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0065"/>
    <a:srgbClr val="004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48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17:05:13.8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6 355 24575,'0'0'0,"0"1"0,0-1 0,0 0 0,0 0 0,1 0 0,-1 1 0,0-1 0,0 0 0,0 0 0,1 0 0,-1 1 0,0-1 0,0 0 0,1 0 0,-1 0 0,0 0 0,0 0 0,1 1 0,-1-1 0,0 0 0,0 0 0,1 0 0,-1 0 0,0 0 0,1 0 0,-1 0 0,0 0 0,0 0 0,1 0 0,-1 0 0,0 0 0,1 0 0,-1 0 0,0-1 0,0 1 0,1 0 0,-1 0 0,0 0 0,0 0 0,1 0 0,-1-1 0,0 1 0,1 0 0,4-17 0,-3-20 0,-2 37 0,-1-9 0,1 2 0,0 1 0,0-1 0,0 1 0,1-1 0,0 1 0,2-10 0,-2 14 0,0 1 0,0-1 0,0 0 0,0 1 0,0-1 0,0 1 0,0-1 0,0 1 0,0 0 0,1 0 0,-1-1 0,1 1 0,-1 0 0,1 0 0,-1 0 0,1 1 0,0-1 0,-1 0 0,1 1 0,0-1 0,-1 1 0,1-1 0,0 1 0,0 0 0,0-1 0,-1 1 0,1 0 0,2 1 0,180 4 0,217 34 0,-226-18 0,-134-15 0,-30-4 0,1 0 0,0 0 0,0-1 0,-1-1 0,1 0 0,0 0 0,0-1 0,0-1 0,-1 0 0,1-1 0,16-5 0,57-23 0,2 3 0,0 5 0,2 3 0,0 4 0,102-5 0,-144 19 0,1 2 0,-1 1 0,1 3 0,63 13 0,-67-11 0,0-3 0,0-1 0,53-5 0,-4 0 0,43 4 0,130-2 0,-253-1 0,0 0 0,-1-1 0,1-1 0,-1 0 0,16-7 0,28-8 0,82-11 0,2 6 0,203-8 0,-91 30 0,-216-9 0,-2-1 0,10 9 0,0 1 0,0 2 0,84 12 0,129 39 0,-237-47 0,-16-3 0,0-1 0,0 1 0,0 0 0,0 0 0,0 0 0,0 1 0,0-1 0,0 1 0,-1 0 0,1 0 0,0 1 0,-1-1 0,0 1 0,0-1 0,1 1 0,-2 0 0,1 0 0,0 0 0,-1 1 0,1-1 0,-1 1 0,0-1 0,0 1 0,0 0 0,-1 0 0,1-1 0,-1 1 0,0 0 0,0 1 0,0-1 0,-1 0 0,1 8 0,-7 288 0,2-185 0,4-71 0,1-32 0,-1 1 0,0-1 0,0 1 0,-2-1 0,1 0 0,-1 1 0,-1-1 0,-1 0 0,-4 13 0,7-24 0,-1 1 0,1 0 0,-1-1 0,1 1 0,-1-1 0,0 1 0,0-1 0,1 0 0,-1 1 0,0-1 0,0 0 0,0 0 0,0-1 0,-1 1 0,1 0 0,0-1 0,0 1 0,0-1 0,-1 0 0,-3 0 0,-55-1 0,35-1 0,-180-15 0,32 0 0,168 17 0,-340-1 0,241 29 0,14-23 0,0-3 0,-179-22 0,70 3 0,43 10 0,-233-21 0,382 28 0,0 0 0,-1 1 0,1-1 0,0 2 0,0-1 0,0 1 0,0 1 0,0 0 0,0 0 0,0 0 0,-8 5 0,6-2 0,0-2 0,0 0 0,-1 0 0,0-1 0,1 0 0,-13 2 0,-36-2 0,-106-5 0,-247-8 0,111 37 0,212-19 0,-97 23 0,103-19 0,0-4 0,-153-5 0,138-4 0,72 1 0,0-1 0,0-2 0,0 0 0,0-2 0,1 0 0,-29-12 0,47 14 0,0-1 0,1 0 0,-1 0 0,1 0 0,0-1 0,1 0 0,-1-1 0,1 1 0,0-1 0,0 0 0,-4-7 0,7 10 0,0 0 0,0-1 0,0 1 0,0 0 0,1-1 0,-1 1 0,1-1 0,0 0 0,0 1 0,0-1 0,1 0 0,0 1 0,-1-1 0,1 0 0,0 0 0,1 0 0,-1 1 0,1-1 0,-1 0 0,1 1 0,0-1 0,0 0 0,1 1 0,2-5 0,-2 6 0,0-1 0,0 1 0,0 0 0,1 0 0,-1 1 0,1-1 0,-1 0 0,1 1 0,-1 0 0,1-1 0,0 1 0,0 0 0,0 0 0,5 0 0,51-8 0,-38 7 0,107-8 0,163 7 0,75-5 0,4-4 0,-140 8 0,-101-9 0,9-1 0,15 1 0,32 0 0,198 4 0,-40-13 0,18 0 0,-144 38 0,-147-8 0,0-4 0,93-5 0,-83-8 0,-48 5 0,1 1 0,57 2 0,-88 1 0,-1 1 0,1-1 0,-1 1 0,1-1 0,-1 1 0,1 0 0,-1 0 0,0 0 0,1 0 0,-1 0 0,0 0 0,0 0 0,0 0 0,0 0 0,0 0 0,0 1 0,0-1 0,0 1 0,0-1 0,0 0 0,-1 1 0,1-1 0,-1 1 0,1-1 0,-1 1 0,1 0 0,-1-1 0,0 1 0,0-1 0,0 4 0,-1 63 0,-1-43 0,2 13 0,1-11 0,-1-1 0,-1 1 0,-10 50 0,7-69 0,-1 0 0,0 0 0,0-1 0,0 1 0,-1-1 0,-1 0 0,1-1 0,-11 9 0,3-2 0,-17 15 0,-1-2 0,-1 0 0,-2-3 0,0-1 0,-50 24 0,13-14 0,-142 43 0,148-58 0,0-4 0,-1-2 0,-129 3 0,-206-29 0,-354-88 0,686 84 0,-12-2 0,46 18 0,28 3 0,-1 0 0,1-1 0,0 0 0,-1 0 0,1-1 0,-8-3 0,-154-77 0,32 12 0,-11 11 0,80 34 0,2-2 0,-91-54 0,155 80 0,0-1 0,1 1 0,-1-1 0,1 1 0,0-1 0,-1 0 0,1 0 0,0 0 0,0-1 0,0 1 0,1 0 0,-1-1 0,0 1 0,1-1 0,0 0 0,-1 1 0,1-1 0,0 0 0,0 0 0,1 0 0,-1 0 0,1 1 0,-1-6 0,2 5 0,0 0 0,-1 0 0,2 0 0,-1 1 0,0-1 0,0 0 0,1 1 0,0-1 0,-1 0 0,1 1 0,0 0 0,0-1 0,1 1 0,-1 0 0,0 0 0,1 0 0,-1 1 0,1-1 0,-1 0 0,1 1 0,0 0 0,5-2 0,47-18 0,92-22 0,-55 19 0,-58 14 0,462-120 0,-399 110 0,0 5 0,1 4 0,120 2 0,-36 10 0,186 10 0,-305-2-682,75 21-1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17:04:46.3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189 274 24575,'-14'-1'0,"-1"-1"0,1 0 0,0-1 0,1-1 0,-1 0 0,1 0 0,-1-2 0,1 0 0,1 0 0,-24-16 0,35 21 0,0 0 0,0 1 0,0-1 0,0 0 0,-1 0 0,1 0 0,0-1 0,1 1 0,-1 0 0,0 0 0,0 0 0,0-1 0,1 1 0,-1 0 0,1-1 0,-1 1 0,1-1 0,-1 1 0,1-1 0,0 1 0,0 0 0,0-3 0,0 3 0,1-1 0,-1 1 0,1 0 0,0-1 0,0 1 0,0 0 0,-1 0 0,1 0 0,0 0 0,0 0 0,0 0 0,1 0 0,-1 0 0,0 0 0,0 1 0,0-1 0,1 0 0,1 0 0,5-2 0,0 0 0,0 1 0,0 0 0,0 0 0,1 1 0,11-1 0,82 7 0,0 4 0,146 32 0,-130-19 0,-41-6 0,-52-9 0,1-2 0,-1 0 0,1-2 0,0 0 0,37-3 0,-57-1 0,0-1 0,-1 0 0,1 0 0,0 0 0,-1-1 0,1 1 0,8-7 0,17-9 0,9 4 0,0 1 0,0 2 0,49-7 0,129-9 0,-164 21 0,46-2 0,125 5 0,-386 6 0,-35-1 0,40-14 0,81 4 0,0 3 0,-132 9 0,132 7 0,39-5 0,-62 2 0,70-7 0,13 0 0,1-1 0,-1 0 0,-22-4 0,37 4 0,0 0 0,0 0 0,0 0 0,0 0 0,0 0 0,-1 0 0,1 0 0,0 0 0,0 0 0,0 0 0,0 0 0,0 0 0,-1 0 0,1 0 0,0 0 0,0 0 0,0 0 0,0-1 0,0 1 0,0 0 0,-1 0 0,1 0 0,0 0 0,0 0 0,0 0 0,0 0 0,0-1 0,0 1 0,0 0 0,0 0 0,0 0 0,0 0 0,0 0 0,0-1 0,-1 1 0,1 0 0,0 0 0,0 0 0,0 0 0,0 0 0,0-1 0,0 1 0,1 0 0,-1 0 0,0 0 0,0 0 0,0-1 0,0 1 0,0 0 0,0 0 0,0 0 0,0 0 0,0 0 0,0 0 0,0-1 0,0 1 0,1 0 0,-1 0 0,0 0 0,0 0 0,0 0 0,0 0 0,15-11 0,21-5 0,86-13 0,2 4 0,0 6 0,128-2 0,-84 17 0,293 32 0,-285-4 0,-74-8 0,0-4 0,105-2 0,-145-18 0,-51 6 0,1 0 0,0 0 0,0 1 0,0 1 0,17 1 0,29 10 0,112 35 0,29 7 0,-153-47 0,0-1 0,1-3 0,66-5 0,699-25 0,-793 30 0,-1 0 0,0 1 0,0 2 0,0-1 0,0 2 0,24 11 0,41 12 0,-80-28 0,1 0 0,-1 1 0,1-1 0,-1 1 0,1-1 0,-1 1 0,0 0 0,0 0 0,0 1 0,0-1 0,0 1 0,0-1 0,-1 1 0,1 0 0,-1 0 0,0 0 0,0 0 0,0 1 0,0-1 0,0 0 0,-1 1 0,0 0 0,0-1 0,0 1 0,0 0 0,0-1 0,-1 1 0,1 0 0,-1 0 0,0-1 0,0 1 0,-1 0 0,1 0 0,-1-1 0,1 1 0,-1 0 0,-2 4 0,-1 10 0,0-1 0,2 0 0,0 1 0,1-1 0,2 28 0,-3 36 0,2-77 0,-1 0 0,1 0 0,-1 0 0,-1 0 0,1 0 0,-1 0 0,1 0 0,-1 0 0,0 0 0,0-1 0,-1 1 0,1-1 0,-1 0 0,0 1 0,1-1 0,-1-1 0,-1 1 0,1 0 0,-5 3 0,2-3 0,-1 0 0,1 0 0,0 0 0,-1-1 0,1 0 0,-1 0 0,0 0 0,0-1 0,0 0 0,-12-1 0,-580 0 0,604-2 0,1 0 0,-1 0 0,0 0 0,0-1 0,0 0 0,6-4 0,13-6 0,49-18 0,-37 17 0,58-31 0,-94 44 0,1 1 0,-1 0 0,0 0 0,0 0 0,1 0 0,-1-1 0,0 1 0,0 0 0,0 0 0,1-1 0,-1 1 0,0 0 0,0 0 0,0-1 0,0 1 0,0 0 0,1 0 0,-1-1 0,0 1 0,0 0 0,0 0 0,0-1 0,0 1 0,0 0 0,0-1 0,0 1 0,0 0 0,0-1 0,0 1 0,0 0 0,0 0 0,-1-1 0,1 1 0,0 0 0,0 0 0,0-1 0,0 1 0,0 0 0,-1 0 0,1-1 0,0 1 0,0 0 0,0 0 0,-1-1 0,-17-13 0,-26-7 0,40 20 0,-1 0 0,0 1 0,0-1 0,1 1 0,-1 0 0,0 0 0,0 0 0,0 1 0,1 0 0,-1 0 0,0 0 0,1 0 0,-1 1 0,-8 4 0,-63 38 0,63-35 0,-114 74 0,-167 142 0,276-210 0,0 0 0,-1-2 0,0 0 0,-21 9 0,29-16 0,1-2 0,0 1 0,-1-2 0,0 1 0,0-2 0,0 1 0,0-1 0,0-1 0,-1 0 0,-12-1 0,23 0 0,1 0 0,-1 0 0,0 0 0,0-1 0,0 1 0,0 0 0,0 0 0,1-1 0,-1 1 0,0-1 0,0 1 0,0-1 0,1 1 0,-1-1 0,0 1 0,1-1 0,-1 0 0,0 1 0,1-1 0,-1 0 0,1 0 0,-1 1 0,1-1 0,0 0 0,-1 0 0,1-1 0,-2-30 0,17-29 0,-10 49 0,1 0 0,1 0 0,0 1 0,1 0 0,0 0 0,0 1 0,11-10 0,76-62 0,-63 56 0,32-33 0,-40 37 0,0 0 0,53-35 0,-66 47 0,-32 19 0,-46 25 0,59-30 0,-63 32 0,-2-4 0,-1-3 0,-1-3 0,-2-3 0,0-4 0,-130 15 0,200-33 0,0 0 0,0-1 0,-1 0 0,1-1 0,-11-1 0,17 2 0,1 0 0,0 0 0,-1 0 0,1-1 0,-1 1 0,1 0 0,-1 0 0,1 0 0,0 0 0,-1-1 0,1 1 0,0 0 0,-1 0 0,1-1 0,0 1 0,-1 0 0,1-1 0,0 1 0,-1 0 0,1-1 0,0 1 0,0 0 0,-1-1 0,1 1 0,0-1 0,0 1 0,0 0 0,0-1 0,0 1 0,-1-1 0,1 1 0,0-1 0,0 0 0,1-1 0,0 0 0,0 1 0,0-1 0,0 0 0,1 1 0,-1-1 0,0 1 0,1-1 0,-1 1 0,1 0 0,-1-1 0,1 1 0,1-1 0,148-102 0,29-22 0,-169 117 0,0 0 0,-1-1 0,0 0 0,12-16 0,-12 7 0,-24 22 0,-34 26 0,41-25 0,-127 78 0,-3-7 0,-3-5 0,-215 74 0,305-135 0,50-9 0,-1 1 0,1-1 0,-1 0 0,1 0 0,-1 0 0,1 0 0,-1 0 0,1-1 0,-1 1 0,1 0 0,-1 0 0,1 0 0,-1 0 0,1 0 0,-1-1 0,1 1 0,0 0 0,-1 0 0,1-1 0,-1 1 0,1 0 0,0-1 0,-1 1 0,1 0 0,0-1 0,-1 1 0,1-1 0,0 1 0,-1-1 0,1-1 0,1 1 0,-1-1 0,1 1 0,-1-1 0,1 1 0,0 0 0,-1-1 0,1 1 0,0 0 0,0 0 0,0 0 0,0-1 0,0 1 0,0 0 0,0 0 0,1-1 0,255-240 0,-122 117 0,-101 94 0,35-35 0,-89 85 0,-1-1 0,-42 28 0,3-3 0,-7 6 0,-2-4 0,-82 41 0,-155 59 0,282-134 0,-14 9 0,28-14 0,-1 0 0,-1-1 0,-22 8 0,33-13 0,1 0 0,-1 1 0,1-1 0,0 0 0,-1 0 0,1 0 0,-1 0 0,1 1 0,-1-1 0,1 0 0,-1 0 0,1 0 0,-1 0 0,1 0 0,0 0 0,-1 0 0,1-1 0,-1 1 0,1 0 0,-1 0 0,1 0 0,-1 0 0,1-1 0,0 1 0,-1 0 0,1 0 0,-1-1 0,1 1 0,0 0 0,-1 0 0,1-1 0,0 1 0,-1 0 0,1-1 0,0 1 0,-1-1 0,5-19 0,18-17 0,12 0 0,2 2 0,59-47 0,23-22 0,-11 12 0,-191 170 0,-47 20 0,-226 127 0,294-189 0,36-19 0,0-1 0,-1-1 0,0-2 0,-1-1 0,-45 12 0,40-22 0,31-9 0,15-9 0,58-49 0,-41 35 0,1 2 0,2 2 0,1 0 0,54-31 0,-82 54 0,15-9 0,-21 8 0,-13 2 0,-7 3 0,1 1 0,0 1 0,0 1 0,0 0 0,-27 11 0,-91 45 0,101-42 0,-2 0 0,0-3 0,-51 13 0,89-27 0,0-1 0,0 1 0,0-1 0,0 0 0,1 1 0,-1-1 0,0 0 0,0 0 0,0 1 0,0-1 0,0 0 0,0 0 0,0 0 0,0 0 0,0-1 0,0 1 0,0 0 0,0 0 0,0 0 0,0-1 0,0 1 0,0 0 0,0-1 0,1 1 0,-1-1 0,0 1 0,0-1 0,0 0 0,-1-1 0,2 1 0,1-1 0,-1 1 0,0-1 0,0 1 0,1-1 0,-1 1 0,1-1 0,-1 1 0,1-1 0,0 1 0,-1-1 0,1 1 0,0 0 0,0-1 0,2-1 0,45-48 0,1 13 0,1 2 0,2 2 0,104-49 0,-105 56 0,200-92 0,-304 150 0,-97 53 0,-537 155 0,609-216 0,-268 68 0,345-90 0,-1-1 0,1 1 0,-1-1 0,1 1 0,0-1 0,-1 0 0,1 0 0,-1 0 0,1 0 0,-1 0 0,1 0 0,-1 0 0,1 0 0,-1 0 0,1 0 0,-1-1 0,1 1 0,0-1 0,-1 1 0,1-1 0,-3-1 0,4 1 0,0 0 0,0 0 0,0 0 0,0 0 0,0 0 0,0 0 0,0 0 0,0 0 0,0 0 0,0 0 0,0 0 0,1 0 0,-1 0 0,0 0 0,1 0 0,-1 0 0,1 0 0,-1 0 0,1 0 0,0 0 0,-1 1 0,2-2 0,46-51 0,-47 52 0,30-26 0,2 1 0,0 1 0,58-32 0,118-45 0,-66 33 0,-107 56 0,-30 12 0,0-1 0,0 0 0,-1 0 0,1 0 0,-1-1 0,9-5 0,-98 58 0,-47 27 0,-4-5 0,-169 64 0,182-84 0,111-47 0,6-2 0,0-1 0,-1 1 0,1-1 0,0 0 0,-1 0 0,0-1 0,1 0 0,-1 0 0,0 0 0,-8 0 0,14-1 0,-1 0 0,1 0 0,0-1 0,-1 1 0,1 0 0,0 0 0,-1 0 0,1 0 0,0-1 0,-1 1 0,1 0 0,0 0 0,0 0 0,-1-1 0,1 1 0,0 0 0,0-1 0,0 1 0,-1 0 0,1-1 0,0 1 0,0 0 0,0-1 0,0 1 0,0 0 0,-1-1 0,1 1 0,0 0 0,0-1 0,0 1 0,0 0 0,0-1 0,0 1 0,0 0 0,0-1 0,1 0 0,7-18 0,15-13 0,45-39 0,99-84 0,-105 101 0,-45 39 0,-5 5 0,0 0 0,-1 0 0,-1-1 0,14-19 0,-37 32 0,-7 7 0,-327 208 0,336-210 0,-20 15 0,-66 32 0,97-53 0,-1-1 0,1 0 0,0 0 0,-1 0 0,1 1 0,-1-1 0,1 0 0,-1 0 0,1 0 0,-1 0 0,1 0 0,-1 0 0,1 0 0,-1 0 0,1 0 0,-1 0 0,1 0 0,-1-1 0,1 1 0,-1 0 0,1 0 0,-1 0 0,1-1 0,-1 1 0,1 0 0,-1 0 0,1-1 0,0 1 0,-1 0 0,1-1 0,0 1 0,-1-1 0,-6-21 0,7-36 0,1 48 0,0-35 0,-2-105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17:04:23.6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238 429 24575,'-1'-4'0,"1"0"0,-1 0 0,0 0 0,0 0 0,0 0 0,-1 1 0,1-1 0,-1 0 0,0 1 0,0-1 0,0 1 0,0 0 0,-5-5 0,-44-42 0,14 14 0,33 31 0,0 0 0,0 0 0,1 0 0,0 0 0,0 0 0,0-1 0,1 1 0,0-1 0,0 0 0,0 0 0,0-6 0,1 11 0,1-1 0,0 0 0,0 1 0,0-1 0,0 1 0,1-1 0,-1 0 0,0 1 0,1-1 0,-1 1 0,1-1 0,-1 1 0,1-1 0,0 1 0,0 0 0,0-1 0,0 1 0,1-2 0,0 1 0,0 1 0,0-1 0,0 1 0,1 0 0,-1 0 0,0 0 0,1 0 0,-1 0 0,0 0 0,1 1 0,-1-1 0,1 1 0,-1-1 0,1 1 0,3 0 0,233-2 0,127-7 0,402-31 0,-663 41 0,-53 0 0,68-6 0,83-10 0,231 12 0,-225 5 0,-108-1 0,112-2 0,-78-15 0,427-21 0,-333 28 0,-48-13 0,-115 11 0,-37 8 0,1 0 0,-1 3 0,1 0 0,38 6 0,-64-5 0,-1 0 0,1 0 0,-1 1 0,1-1 0,-1 1 0,1 0 0,-1 0 0,0 0 0,0 0 0,0 1 0,0-1 0,-1 1 0,1 0 0,3 5 0,32 51 0,-18-27 0,-18-28 0,0-1 0,-1 1 0,1-1 0,-1 1 0,1 0 0,-1 0 0,0-1 0,0 1 0,-1 0 0,1 0 0,-1 0 0,0 0 0,0 0 0,-1 5 0,-15 58 0,12-56 0,1 0 0,0 0 0,1 0 0,-2 15 0,5 27 0,2 0 0,2 0 0,3-1 0,1 0 0,18 53 0,-19-87 0,-3 3 0,-6-21 0,0 1 0,0 0 0,0 0 0,1-1 0,-1 1 0,0 0 0,0-1 0,0 1 0,0-1 0,0 1 0,-1-1 0,1 0 0,0 1 0,0-1 0,0 0 0,0 0 0,0 0 0,0 0 0,0 0 0,-1 0 0,1 0 0,-1 0 0,-33-2 0,0-1 0,0-2 0,1-1 0,-46-14 0,11 2 0,-19 1 0,-1 4 0,0 4 0,-151 3 0,236 7 0,0 0 0,1 0 0,-1 0 0,0 0 0,0 0 0,1 1 0,-1-1 0,1 1 0,0 0 0,-1 1 0,-5 4 0,-15 8 0,-10 0 0,0-2 0,-1-2 0,-1-1 0,0-1 0,0-2 0,0-2 0,-1-1 0,0-2 0,1-2 0,-51-5 0,-28-9 0,-220-56 0,309 65 0,0 1 0,0 2 0,0 1 0,-1 0 0,-26 5 0,-38-2 0,-489-28 0,479 17 0,1-4 0,-167-44 0,172 33 0,-1 4 0,-1 4 0,-100-3 0,-451 19 0,639 1 0,0 0 0,0 1 0,0 0 0,0 1 0,0 0 0,1 0 0,-1 1 0,1 0 0,0 1 0,0-1 0,1 1 0,-1 1 0,1 0 0,0 0 0,-6 8 0,2-5 0,0 1 0,-1-1 0,0-1 0,0 0 0,-16 7 0,42-12 0,0-1 0,0 2 0,22 8 0,-7-3 0,266 89 0,29 9 0,-227-79 0,137 19 0,-109-36 0,211-7 0,-183-6 0,943-27 0,-443-4 0,-642 33 0,16-2 0,50-7 0,-68 7 0,1-1 0,-1 0 0,0 0 0,0-1 0,0 0 0,0-1 0,-1 0 0,13-9 0,14-12 0,-26 21 0,-1-1 0,0 1 0,0-2 0,-1 1 0,0-1 0,0 0 0,0-1 0,7-11 0,-11 15 0,0 1 0,0-1 0,1 0 0,-1 1 0,1-1 0,0 1 0,0 0 0,1 1 0,-1-1 0,1 1 0,-1 0 0,1 0 0,-1 0 0,1 0 0,0 1 0,0 0 0,0 0 0,6 0 0,13-1 0,0 1 0,40 3 0,-16 1 0,79-4 0,-125 1 0,-1 0 0,0-1 0,0 1 0,0-1 0,0 1 0,0-1 0,0 0 0,-1 1 0,1-1 0,0 0 0,0 0 0,0 0 0,-1 1 0,1-1 0,0 0 0,-1 0 0,1 0 0,-1 0 0,1 0 0,-1 0 0,1 0 0,-1 0 0,0-1 0,0 1 0,1 0 0,-1 0 0,0 0 0,0 0 0,0 0 0,0 0 0,0-1 0,0 1 0,-1-1 0,-5-43 0,5 42 0,-7-29 0,-1-1 0,-2 2 0,-1 0 0,-1 0 0,-2 1 0,-20-31 0,24 44 0,0 0 0,-2 1 0,0 0 0,-1 1 0,0 1 0,-1 0 0,-1 1 0,0 0 0,-1 2 0,-1 0 0,-22-11 0,27 19 0,0 0 0,-1 2 0,0-1 0,1 2 0,-1 0 0,0 0 0,1 1 0,-22 5 0,22-5 0,-360 80 0,14-2 0,245-64 0,1-6 0,-1-4 0,0-5 0,-116-16 0,194 11 0,0-1 0,0-2 0,1-2 0,0-1 0,0-1 0,2-2 0,0-2 0,-40-24 0,35 25 0,34 14 0,0 0 0,0 0 0,0 0 0,0-1 0,1 1 0,-1-1 0,0 0 0,1 0 0,-1 0 0,1 0 0,0-1 0,0 1 0,0-1 0,-3-4 0,6 7 0,-1 0 0,1-1 0,0 1 0,0 0 0,0-1 0,0 1 0,0-1 0,0 1 0,0 0 0,0-1 0,0 1 0,0 0 0,0-1 0,0 1 0,0-1 0,0 1 0,0 0 0,0-1 0,0 1 0,0 0 0,0-1 0,0 1 0,1-1 0,-1 1 0,0 0 0,0-1 0,1 1 0,-1 0 0,0 0 0,0-1 0,1 1 0,-1 0 0,0 0 0,1-1 0,-1 1 0,0 0 0,1-1 0,20-4 0,25 5 0,43 12 0,0 3 0,-1 5 0,91 32 0,-76-22 0,230 61 0,156 46 0,-396-103 0,-70-24 0,1-1 0,0-1 0,0-1 0,1-1 0,0-1 0,0-1 0,31 0 0,-34-5 0,-15 0 0,0 1 0,0-1 0,1 1 0,-1 1 0,0-1 0,7 3 0,-75 4 0,-763-82 0,587 40 0,28 2 0,-346-10 0,6 44 0,548-1 0,0 0 0,0 0 0,0 1 0,0-1 0,0 0 0,0 0 0,0 0 0,0 0 0,0 0 0,0 0 0,1 0 0,-1-1 0,0 1 0,0 0 0,0 0 0,0-1 0,0 1 0,0-1 0,1 1 0,-1-1 0,0 1 0,0-1 0,1 1 0,-1-1 0,0 1 0,1-1 0,-1 0 0,0 0 0,1 1 0,-1-1 0,1 0 0,-1 0 0,1 0 0,-1-1 0,2 1 0,-1 0 0,1-1 0,0 1 0,0 0 0,0-1 0,0 1 0,0 0 0,0 0 0,0 0 0,0 0 0,1 0 0,-1 0 0,0 0 0,1 0 0,-1 1 0,0-1 0,1 0 0,-1 1 0,1-1 0,-1 1 0,1 0 0,2-1 0,51-12 0,2 2 0,68-5 0,120 4 0,-165 10 0,777-8 0,-618 20 0,378 64 0,-117 54 0,-448-112 0,36 6 0,57 20 0,-45-5 0,361 145 0,-454-179 0,0 0 0,-1 0 0,1 1 0,-1 0 0,0 0 0,7 6 0,-12-9 0,0 0 0,0 0 0,0 1 0,0-1 0,-1 0 0,1 1 0,0-1 0,-1 0 0,1 1 0,-1-1 0,1 1 0,-1-1 0,1 1 0,-1-1 0,0 1 0,0-1 0,0 1 0,0-1 0,0 1 0,0-1 0,0 1 0,-1-1 0,1 1 0,-1-1 0,1 1 0,-1-1 0,1 0 0,-1 1 0,0-1 0,1 0 0,-1 1 0,0-1 0,0 0 0,0 0 0,0 0 0,-2 2 0,-7 8 0,-1-1 0,-1 1 0,0-2 0,-1 1 0,0-2 0,0 0 0,0 0 0,-1-2 0,0 1 0,-16 4 0,-23 5 0,-78 15 0,38-16 0,-1-4 0,-152-2 0,-190-33 0,119-10 0,-383-92 0,650 115 0,23 6 0,0-1 0,1-1 0,-51-21 0,77 28 0,-1 0 0,1 0 0,-1 0 0,1-1 0,0 1 0,-1 0 0,1 0 0,0-1 0,-1 1 0,1 0 0,-1 0 0,1-1 0,0 1 0,0 0 0,-1-1 0,1 1 0,0-1 0,0 1 0,-1 0 0,1-1 0,0 1 0,0-1 0,0 1 0,0-1 0,-1 1 0,1 0 0,0-1 0,0 1 0,0-1 0,0 1 0,0-1 0,0 1 0,1-2 0,11-12 0,31-8 0,-37 19 0,12-4 0,1 0 0,0 2 0,0 0 0,0 1 0,23-2 0,19-5 0,73-25-1365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17:04:06.1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1270 670 24575,'-316'-14'0,"270"8"0,1-2 0,0-2 0,0-2 0,-79-32 0,114 39 0,-1 0 0,1 1 0,-1 0 0,0 1 0,0 0 0,-1 1 0,1 0 0,0 0 0,-15 1 0,-173 2 0,198-1 0,0 1 0,0-1 0,0 0 0,0 1 0,0-1 0,0 0 0,0 1 0,0-1 0,0 1 0,1 0 0,-1-1 0,0 1 0,0 0 0,0-1 0,1 1 0,-1 0 0,0 0 0,1 0 0,-1 0 0,0 0 0,1 0 0,-1 0 0,1 0 0,0 0 0,-1 0 0,1 0 0,0 0 0,0 0 0,-1 0 0,1 0 0,0 0 0,0 0 0,0 0 0,0 0 0,1 0 0,-1 0 0,0 0 0,1 2 0,12 52 0,-8-37 0,24 140 0,-29-156 0,1-1 0,0 0 0,-1 0 0,1 0 0,0 1 0,0-1 0,0 0 0,0 0 0,0-1 0,0 1 0,0 0 0,1 0 0,-1 0 0,0-1 0,0 1 0,1-1 0,-1 1 0,0-1 0,1 1 0,-1-1 0,0 0 0,1 1 0,-1-1 0,0 0 0,2 0 0,48 3 0,-33-3 0,1043 75 0,-856-70 0,25 3 0,76 27 0,-142-14 0,-91-9 0,-47-6 0,-1-2 0,47 2 0,-59-7 0,1-1 0,-1-1 0,0 0 0,0-1 0,17-7 0,20-5 0,49-7 0,0 5 0,186-9 0,210 26 0,-219 5 0,176 5 0,-443-10 0,0-1 0,0 1 0,0-2 0,-1 1 0,1-1 0,-1-1 0,1 1 0,13-10 0,26-10 0,46-4 0,-66 20 0,-1 0 0,50-22 0,-75 27 0,-1 1 0,0 0 0,1-1 0,-1 1 0,0-1 0,0 1 0,0-1 0,0 0 0,0 0 0,-1 1 0,1-1 0,0 0 0,-1 0 0,1 0 0,-1 0 0,0 1 0,0-1 0,0 0 0,0 0 0,0 0 0,0 0 0,0 0 0,0 0 0,-1 0 0,1 0 0,-2-3 0,-17-50 0,-162-285 0,180 337 0,0 1 0,-1-1 0,0 1 0,1-1 0,-1 1 0,0 0 0,0-1 0,0 1 0,0 0 0,-1 0 0,1 1 0,0-1 0,-1 0 0,0 1 0,1-1 0,-1 1 0,-4-1 0,1 1 0,0 1 0,-1-1 0,1 2 0,0-1 0,-1 1 0,1 0 0,-7 2 0,11-3 0,-16 3 0,0-1 0,0-1 0,0 0 0,0-2 0,-32-4 0,-88-26 0,104 20 0,-2 3 0,1 1 0,-66-5 0,-103 14 0,-215-11 0,391 7 0,-757-68 0,438 59 0,-101-10 0,426 19 0,-542-52 0,283 49 0,172 6 0,-155-17 0,-148-32 0,411 48 0,0-1 0,0 1 0,0 0 0,0 0 0,0 0 0,1 0 0,-1 0 0,0 0 0,0 0 0,0 0 0,0 1 0,0-1 0,1 0 0,-1 0 0,0 1 0,0-1 0,0 1 0,1-1 0,-1 0 0,0 1 0,1-1 0,-1 1 0,0 0 0,1-1 0,-1 1 0,1 0 0,-1-1 0,1 1 0,-1 0 0,1-1 0,-1 1 0,1 0 0,0 0 0,-1 0 0,1-1 0,0 1 0,0 0 0,0 0 0,-1 0 0,1 0 0,0 0 0,0 1 0,9 51 0,-7-48 0,-1 0 0,0 0 0,0 1 0,0-1 0,0 1 0,-1-1 0,0 1 0,-1 7 0,1-12 0,-1 0 0,1 0 0,-1-1 0,0 1 0,1 0 0,-1 0 0,0-1 0,0 1 0,1-1 0,-1 1 0,0 0 0,0-1 0,0 0 0,0 1 0,0-1 0,0 1 0,0-1 0,0 0 0,0 0 0,0 0 0,0 0 0,0 1 0,0-1 0,0 0 0,1-1 0,-1 1 0,0 0 0,0 0 0,0 0 0,0 0 0,0-1 0,-2 0 0,-41-15 0,22 8 0,13 6 0,-31-8 0,39 10 0,0 0 0,0 0 0,0-1 0,0 1 0,0 0 0,0-1 0,0 1 0,0-1 0,0 1 0,0-1 0,1 1 0,-1-1 0,0 0 0,0 0 0,1 1 0,-1-1 0,0 0 0,1 0 0,-1 0 0,1 1 0,-1-1 0,1 0 0,-1 0 0,1 0 0,-1 0 0,1 0 0,0 0 0,0 0 0,0 0 0,0 0 0,-1-2 0,2 3 0,0-1 0,-1 0 0,1 0 0,0 0 0,0 0 0,-1 1 0,1-1 0,0 0 0,0 1 0,0-1 0,0 1 0,0-1 0,0 1 0,0-1 0,0 1 0,0 0 0,0-1 0,0 1 0,0 0 0,0 0 0,1 0 0,-1 0 0,2 0 0,33 0 0,-27 0 0,574 39 0,-466-27 0,58 8 0,203 49 0,-322-59 0,71 5 0,-76-10 0,515 79 0,-558-83 0,16 4 0,0-1 0,1-2 0,40 1 0,371-9 0,-244 8 0,641-2 0,-779 3 0,84 15 0,-60-6 0,100 22 0,-99-17 0,-78-17 0,1-1 0,0 2 0,-1-1 0,1 0 0,-1 0 0,1 0 0,0 1 0,-1-1 0,1 1 0,-1-1 0,1 1 0,-1 0 0,0-1 0,1 1 0,-1 0 0,0 0 0,1 0 0,-1 0 0,0 0 0,0 1 0,0-1 0,0 0 0,0 0 0,0 1 0,0-1 0,0 2 0,-1-1 0,-1 0 0,0 0 0,0 0 0,0-1 0,0 1 0,0 0 0,-1-1 0,1 1 0,0-1 0,-1 1 0,1-1 0,-1 0 0,0 1 0,1-1 0,-1 0 0,0 0 0,0 0 0,0 0 0,0-1 0,-2 2 0,-51 22 0,-2-1 0,-1-3 0,-118 24 0,75-28 0,-162 6 0,251-22 0,9 1 0,-1 0 0,1-1 0,-1 1 0,1-1 0,-1 0 0,0 0 0,1-1 0,-1 1 0,1-1 0,-1 0 0,1 0 0,-1 0 0,-5-3 0,9 4 0,0-1 0,0 1 0,0-1 0,0 1 0,0-1 0,0 1 0,0-1 0,0 1 0,0-1 0,1 1 0,-1-1 0,0 1 0,0-1 0,0 1 0,1-1 0,-1 1 0,0 0 0,1-1 0,-1 1 0,0-1 0,1 1 0,-1 0 0,1-1 0,-1 1 0,0 0 0,1 0 0,-1-1 0,1 1 0,-1 0 0,1 0 0,-1 0 0,1 0 0,-1-1 0,1 1 0,-1 0 0,1 0 0,-1 0 0,1 0 0,0 0 0,24-6 0,147-10 0,264 10 0,-319 8 0,-278-20 0,65 6 0,-775-63 0,65 7 0,538 28 0,242 39 0,1 1 0,-1 2 0,-38 6 0,33-4 0,-52 2 0,41-9 0,-67-13 0,-25-2 0,133 21 0,1-1 0,0 0 0,0 0 0,0 0 0,0 0 0,0 1 0,0-1 0,1 0 0,-1 0 0,1 0 0,0 0 0,-1 0 0,1 0 0,0 0 0,0 0 0,0 0 0,2 3 0,23 50 0,-17-37 0,-6-11 0,0 1 0,1-1 0,0 0 0,0 0 0,0 0 0,1 0 0,0-1 0,1 1 0,-1-1 0,1-1 0,0 1 0,9 5 0,20 12 0,-32-20 0,0-1 0,0 1 0,0-1 0,1 0 0,-1 1 0,1-2 0,-1 1 0,1 0 0,0-1 0,-1 1 0,1-1 0,0 0 0,0 0 0,0-1 0,0 1 0,0-1 0,0 0 0,0 0 0,0 0 0,6-2 0,94-17 0,1 4 0,0 5 0,134 5 0,-217 7 0,-1 0 0,40 12 0,-12-3 0,17 9 0,-54-16 0,0 0 0,0 0 0,0-1 0,0 0 0,1-1 0,14 0 0,164 15 0,-71-17-1365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17:03:23.0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273 169 24575,'-1'-1'0,"1"1"0,0-1 0,0 0 0,-1 1 0,1-1 0,-1 0 0,1 1 0,0-1 0,-1 0 0,1 1 0,-1-1 0,1 1 0,-1-1 0,0 1 0,1 0 0,-1-1 0,0 1 0,1-1 0,-1 1 0,0 0 0,1 0 0,-1-1 0,0 1 0,1 0 0,-1 0 0,0 0 0,0 0 0,1 0 0,-1 0 0,0 0 0,0 0 0,-1 0 0,0 0 0,1 0 0,-1 0 0,0 0 0,0 0 0,0 1 0,1-1 0,-1 0 0,0 1 0,0 0 0,1-1 0,-1 1 0,0 0 0,-1 1 0,0 2 0,0 0 0,0 0 0,1 1 0,-1-1 0,1 1 0,0 0 0,-2 6 0,2-6 0,0 0 0,0 0 0,0 0 0,-1 0 0,0 0 0,-5 7 0,48-87 0,-37 71 0,0 1 0,0 0 0,0-1 0,0 1 0,-1-1 0,1 1 0,-1-1 0,0 0 0,0 0 0,-1 1 0,1-2 0,-1 1 0,0 0 0,0 0 0,0 0 0,0 0 0,-1-1 0,0 1 0,0 0 0,0 0 0,-1-7 0,1 11 0,-1 0 0,1 0 0,0-1 0,0 1 0,-1 0 0,1-1 0,0 1 0,-1 0 0,1 0 0,-1 0 0,1-1 0,0 1 0,-1 0 0,1 0 0,0 0 0,-1 0 0,1 0 0,-1 0 0,1 0 0,-1 0 0,1 0 0,0 0 0,-1 0 0,1 0 0,-1 0 0,1 0 0,0 0 0,-1 0 0,1 0 0,-1 1 0,1-1 0,0 0 0,-1 0 0,1 0 0,0 1 0,-1-1 0,-17 11 0,15-9 0,-90 69 0,71-51 0,-1-2 0,0-1 0,-36 20 0,77-49 0,0 0 0,-2-2 0,26-24 0,-24 20 0,-14 15 0,2-2 0,1-1 0,-1 1 0,-1-1 0,1-1 0,-1 1 0,0-1 0,-1 0 0,1 0 0,3-10 0,-55 60 0,28-19 0,19-23 0,0-1 0,0 0 0,0 1 0,0-1 0,0 0 0,0 1 0,0-1 0,0 0 0,0 0 0,0 1 0,0-1 0,0 0 0,1 1 0,-1-1 0,0 0 0,0 0 0,0 1 0,0-1 0,1 0 0,-1 0 0,0 0 0,0 1 0,0-1 0,1 0 0,-1 0 0,0 0 0,0 1 0,1-1 0,-1 0 0,0 0 0,1 0 0,-1 0 0,0 0 0,0 0 0,1 0 0,-1 0 0,0 0 0,1 0 0,-1 0 0,0 0 0,0 0 0,1 0 0,0 0 0,4 0 0,0-1 0,0 0 0,1 0 0,-1-1 0,0 1 0,0-1 0,0 0 0,4-3 0,48-33 0,-50 32 0,1 0 0,0 0 0,0 0 0,1 1 0,-1 1 0,1-1 0,0 1 0,0 1 0,1 0 0,17-4 0,16-5 0,-42 12 0,0-1 0,0 1 0,0 0 0,0-1 0,0 1 0,1 0 0,-1-1 0,0 1 0,0-1 0,0 0 0,0 1 0,-1-1 0,1 0 0,0 0 0,0 1 0,0-1 0,0 0 0,-1 0 0,1 0 0,-1 0 0,1 0 0,0 0 0,-1 0 0,0 0 0,1 0 0,-1 0 0,1-1 0,-1 1 0,0 0 0,0 0 0,0 0 0,0 0 0,0-1 0,0 0 0,-1 1 0,0 0 0,0 0 0,0 0 0,0 0 0,-1 0 0,1 1 0,0-1 0,-1 0 0,1 1 0,0-1 0,-1 1 0,1-1 0,0 1 0,-1 0 0,1-1 0,-1 1 0,1 0 0,-4 0 0,-32 0 0,31 1 0,-14 1 0,1 1 0,-1 1 0,1 0 0,0 2 0,0 0 0,1 1 0,0 1 0,-34 20 0,48-25 0,-1-1 0,1 1 0,0 1 0,0-1 0,0 0 0,0 1 0,-5 7 0,9-11 0,0 0 0,0 0 0,0 0 0,0 0 0,1 0 0,-1 0 0,0 0 0,0 0 0,0 0 0,0 0 0,0 0 0,0 0 0,0 0 0,0 0 0,1 0 0,-1 0 0,0 0 0,0 0 0,0 0 0,0 0 0,0 0 0,0 0 0,0 0 0,0 0 0,0 0 0,1 0 0,-1 0 0,0 0 0,0 0 0,0 1 0,0-1 0,0 0 0,0 0 0,0 0 0,0 0 0,0 0 0,0 0 0,0 0 0,0 0 0,0 0 0,0 1 0,0-1 0,0 0 0,0 0 0,0 0 0,0 0 0,0 0 0,0 0 0,0 0 0,0 1 0,0-1 0,0 0 0,0 0 0,0 0 0,25-17 0,-16 9 0,0 2 0,1-1 0,0 1 0,0 0 0,0 1 0,0 1 0,1-1 0,0 1 0,21-4 0,-31 8 0,0 0 0,-1 0 0,1 0 0,-1 0 0,1 0 0,-1 0 0,1 0 0,0 0 0,-1 0 0,1 0 0,-1 0 0,1 1 0,-1-1 0,1 0 0,-1 0 0,1 1 0,-1-1 0,1 0 0,-1 1 0,1-1 0,-1 0 0,0 1 0,1-1 0,-1 1 0,1-1 0,-1 0 0,0 1 0,0-1 0,1 1 0,-1 0 0,1 21 0,-16 30 0,12-44 0,-4 15 0,1-2 0,0 0 0,-2 0 0,0 0 0,-16 24 0,46-116 0,1 26 0,-17 37 0,-1 0 0,0-1 0,-1 0 0,1 0 0,-2 0 0,1 0 0,-2 0 0,1-1 0,-1 1 0,0-1 0,0-19 0,-2 28 0,-1 0 0,0-1 0,1 1 0,-1 0 0,0 0 0,1 0 0,-1 0 0,0 0 0,0 0 0,0 0 0,0 0 0,0 0 0,0 1 0,0-1 0,0 0 0,0 1 0,0-1 0,0 1 0,-1-1 0,1 1 0,0-1 0,0 1 0,-1 0 0,1 0 0,0-1 0,0 1 0,-1 0 0,1 0 0,0 0 0,-1 1 0,1-1 0,0 0 0,0 0 0,-1 1 0,1-1 0,0 0 0,-2 2 0,-48 14 0,20-4 0,0 2 0,0 2 0,-45 30 0,96-71 0,-16 18 0,1-1 0,0 1 0,0 0 0,1 1 0,-1-1 0,2 1 0,-1 0 0,1 1 0,-1 0 0,13-7 0,-19 12 0,1 0 0,0 0 0,-1 0 0,1 0 0,0 0 0,-1 0 0,1 0 0,0 1 0,-1-1 0,1 0 0,0 0 0,-1 1 0,1-1 0,-1 0 0,1 1 0,0-1 0,-1 1 0,1-1 0,-1 1 0,1-1 0,-1 1 0,0-1 0,1 1 0,-1-1 0,1 1 0,-1-1 0,0 1 0,1 0 0,-1-1 0,0 1 0,0 0 0,0-1 0,0 1 0,1 0 0,-1-1 0,0 1 0,0 0 0,0-1 0,0 1 0,0 0 0,-1 0 0,1-1 0,0 1 0,0 0 0,0-1 0,-1 1 0,1 1 0,-9 34 0,3-27-1365,2-2-5461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3T17:03:45.2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496 390 24575,'13'3'0,"-1"1"0,0 0 0,0 1 0,0 0 0,-1 1 0,19 12 0,-2-3 0,-24-15 0,-9-7 0,-184-191 0,74 82 0,109 110 0,-1-1 0,0 1 0,-1 0 0,0 1 0,0 0 0,0 0 0,0 1 0,-1 0 0,0 0 0,0 1 0,0 1 0,0-1 0,-10-1 0,-5 2 0,-1 0 0,1 1 0,-45 5 0,67-4 0,0 1 0,0-1 0,1 1 0,-1 0 0,0-1 0,0 1 0,1 0 0,-1 0 0,0 0 0,1 0 0,-1 0 0,1 1 0,-1-1 0,1 0 0,0 1 0,-1-1 0,1 1 0,0-1 0,0 1 0,0 0 0,0-1 0,0 1 0,1 0 0,-1 0 0,0 0 0,1 0 0,-1 3 0,-6 63 0,5-38 0,-5 38 0,5 136 0,4-101 0,-2-101 0,0 1 0,0-1 0,1 0 0,-1 1 0,1-1 0,-1 0 0,1 1 0,0-1 0,0 0 0,0 0 0,0 0 0,0 0 0,0 0 0,0 0 0,1 0 0,-1 0 0,1-1 0,0 1 0,-1 0 0,1-1 0,0 1 0,0-1 0,0 0 0,3 2 0,4 1 0,1 0 0,0-1 0,0 0 0,14 2 0,15 5 0,3 7 0,-19-7 0,0-1 0,29 7 0,-38-13 0,-5 0 0,1-1 0,0 0 0,0 0 0,0-1 0,0 0 0,0 0 0,0-2 0,0 1 0,0-1 0,18-4 0,-7-1 0,175-44 0,-162 44 0,0 2 0,0 0 0,67 4 0,-79 3 0,0 1 0,26 8 0,-20-5 0,38 25 0,-44-26 0,0 2 0,0 1 0,-1 0 0,0 2 0,-1 0 0,-1 1 0,22 17 0,-40-28 0,1-1 0,-1 0 0,0 1 0,1-1 0,-1 0 0,1 0 0,-1 1 0,1-1 0,-1-1 0,1 1 0,-1 0 0,1 0 0,-1 0 0,1-1 0,-1 1 0,1-1 0,-1 1 0,0-1 0,1 0 0,0 0 0,33-19 0,-28 15 0,17-8 0,1 0 0,0 2 0,0 1 0,1 1 0,0 1 0,1 1 0,37-4 0,-7 5 0,1 3 0,85 6 0,-130-1 0,0 0 0,-1 2 0,1-1 0,-1 2 0,0-1 0,0 2 0,0 0 0,-1 0 0,17 13 0,-13-9 0,1-1 0,-1-1 0,2 0 0,24 8 0,-30-12 0,1 0 0,0-1 0,-1-1 0,1 0 0,1 0 0,-1-2 0,0 1 0,0-2 0,0 1 0,0-2 0,0 1 0,0-2 0,14-3 0,47-17 0,1 4 0,1 3 0,0 3 0,1 3 0,103 1 0,150 21 0,-199-6 0,246-3 0,-217-4 0,-142 0 0,0-2 0,0 0 0,-1-1 0,1 0 0,19-9 0,30-7 0,20 3 0,91-5 0,-131 20 0,-39 3 0,1-1 0,0 0 0,0 0 0,0-1 0,0 0 0,0 0 0,0-1 0,-1 0 0,1 0 0,-1-1 0,10-4 0,-11 4 0,0 0 0,1 0 0,0 1 0,-1 1 0,11-3 0,22-6 0,-21 3 0,-15 6 0,1 0 0,-1 0 0,0 0 0,1 0 0,-1-1 0,0 0 0,0 0 0,0 0 0,0 0 0,2-3 0,-4 4 0,-1-1 0,1 1 0,-1-1 0,1 1 0,-1-1 0,0 1 0,0-1 0,0 1 0,0-1 0,0 1 0,0-1 0,0 1 0,-1-1 0,1 1 0,0-1 0,-1 1 0,1-1 0,-1 1 0,0-1 0,1 1 0,-1 0 0,0-1 0,0 1 0,0 0 0,0 0 0,0-1 0,0 1 0,-2-1 0,-6-12 0,0 0 0,1 0 0,-11-29 0,-4-6 0,20 41 0,0-1 0,1 1 0,-1-1 0,2 1 0,-1-1 0,1 0 0,1 0 0,0-14 0,-5-41 0,0 53 0,1 1 0,-1-1 0,-1 1 0,1 1 0,-2-1 0,1 1 0,-1 0 0,-9-8 0,-21-30 0,34 43 0,-1 1 0,1-1 0,-1 1 0,0-1 0,0 1 0,0 1 0,0-1 0,0 0 0,-1 1 0,1 0 0,-1 0 0,0 0 0,1 1 0,-1 0 0,0 0 0,-6-1 0,-1 0 0,0 1 0,0 0 0,1 1 0,-1 0 0,-21 4 0,25-2 0,1 0 0,0 1 0,0-1 0,0 2 0,0-1 0,0 1 0,1 0 0,0 0 0,-1 1 0,2 0 0,-1 0 0,0 0 0,1 1 0,-8 11 0,-4 8 0,0 1 0,-17 39 0,16-30 0,-10 36 0,26-67 0,0 1 0,1 0 0,0 0 0,0 0 0,0 0 0,0 1 0,1-1 0,0 0 0,0 0 0,1 0 0,-1 0 0,3 8 0,-2-12 0,0 0 0,0 0 0,0 0 0,0 0 0,0 0 0,1 0 0,-1 0 0,0 0 0,0 0 0,1 0 0,-1-1 0,1 1 0,-1-1 0,1 1 0,-1-1 0,1 1 0,-1-1 0,1 0 0,2 0 0,40 2 0,-26-2 0,68 6 0,108-8 0,-194 2 0,1 0 0,0 0 0,0 0 0,-1 0 0,1 0 0,0 0 0,0 0 0,-1 0 0,1 0 0,0 0 0,-1-1 0,1 1 0,0 0 0,-1-1 0,1 1 0,0 0 0,-1-1 0,1 1 0,0-1 0,-1 1 0,1-1 0,-1 1 0,1-1 0,-1 1 0,1-1 0,-1 1 0,0-1 0,1 0 0,-1 1 0,0-1 0,1 0 0,-1 0 0,0-1 0,0 0 0,0 1 0,-1-1 0,1 0 0,-1 1 0,1-1 0,-1 1 0,0-1 0,1 1 0,-1-1 0,0 1 0,0-1 0,-2-1 0,-36-36 0,17 21 0,-1 1 0,0 2 0,-2 0 0,1 1 0,-2 1 0,0 2 0,0 1 0,-49-13 0,49 19 0,-1 1 0,1 1 0,-1 2 0,0 0 0,0 2 0,-52 11 0,-158 53 0,155-40 0,27-5 0,43-16 0,1 0 0,0 0 0,-1-1 0,0-1 0,0 0 0,0 0 0,0-2 0,-1 1 0,-21-1 0,33-1 0,1 0 0,-1 0 0,1 0 0,-1 0 0,1 0 0,-1-1 0,1 1 0,-1 0 0,1 0 0,-1 0 0,1-1 0,-1 1 0,1 0 0,-1 0 0,1-1 0,-1 1 0,1 0 0,-1-1 0,1 1 0,0-1 0,-1 1 0,1-1 0,0 1 0,-1-1 0,1 1 0,0-1 0,-1 1 0,1-1 0,0 1 0,0-1 0,0 1 0,0-1 0,0 1 0,0-1 0,-1 0 0,11-23 0,23-17 0,169-157 0,-191 188 0,0 1 0,0 1 0,1 0 0,0 1 0,0 0 0,1 0 0,-1 1 0,2 1 0,-1 1 0,22-6 0,-15 6 0,1 1 0,0 1 0,0 1 0,0 1 0,0 0 0,32 6 0,-39-3 0,-1 2 0,0 0 0,1 1 0,-2 0 0,1 1 0,20 14 0,-1-1 0,-29-18 0,0-1 0,0 1 0,-1 0 0,1 0 0,-1 0 0,1 1 0,-1-1 0,0 0 0,0 1 0,0-1 0,3 5 0,-5-5 0,1-1 0,-1 1 0,1-1 0,-1 1 0,1-1 0,-1 1 0,0-1 0,0 1 0,0-1 0,0 1 0,0 0 0,0-1 0,0 1 0,0-1 0,-1 1 0,1-1 0,-2 3 0,0 0 0,0-1 0,0 1 0,-1-1 0,1 0 0,-1 0 0,0 0 0,0 0 0,0-1 0,0 1 0,-1-1 0,1 0 0,-1 0 0,1 0 0,-1 0 0,0-1 0,-7 3 0,-89 25 0,-1-5 0,-158 19 0,-214-20 0,472-23 0,0 0 0,1 0 0,-1 0 0,0 0 0,1 0 0,-1 0 0,0 0 0,1 0 0,-1 0 0,0 0 0,1 0 0,-1 0 0,0 0 0,1-1 0,-1 1 0,1 0 0,-1 0 0,0-1 0,1 1 0,-1 0 0,1-1 0,-1 1 0,1-1 0,-1 1 0,1-1 0,-1 1 0,0-2 0,10-13 0,41-22 0,-33 25 0,22-16 0,38-32 0,-71 56 0,-1-1 0,0 0 0,0-1 0,-1 1 0,1-1 0,-1 0 0,-1 0 0,1 0 0,-1-1 0,4-9 0,-7 16 0,0-1 0,0 0 0,0 1 0,1-1 0,-1 0 0,0 0 0,0 1 0,0-1 0,0 0 0,0 1 0,-1-1 0,1 0 0,0 0 0,0 1 0,0-1 0,0 0 0,-1 1 0,1-1 0,0 1 0,-1-1 0,1 0 0,-1 1 0,1-1 0,-1 1 0,1-1 0,-1 1 0,0-2 0,-24-6 0,-38 8 0,48 1 0,1 0 0,0 1 0,0 0 0,0 1 0,0 0 0,0 1 0,-25 11 0,-77 47 0,48-23 0,54-32 0,1 0 0,0 1 0,0 0 0,1 2 0,0-1 0,1 1 0,0 1 0,1 0 0,-16 20 0,26-30 0,-1-1 0,1 1 0,-1-1 0,1 1 0,-1 0 0,1-1 0,0 1 0,-1-1 0,1 1 0,0 0 0,-1 0 0,1-1 0,0 1 0,0 0 0,0-1 0,0 1 0,0 0 0,0 0 0,0-1 0,0 1 0,0 0 0,0 0 0,0-1 0,0 1 0,1 0 0,-1-1 0,0 1 0,0 0 0,1-1 0,-1 1 0,1 0 0,-1-1 0,0 1 0,1 0 0,-1-1 0,1 1 0,-1-1 0,1 1 0,0-1 0,-1 0 0,1 1 0,-1-1 0,1 1 0,0-1 0,-1 0 0,1 0 0,0 1 0,0-1 0,-1 0 0,1 0 0,0 0 0,-1 0 0,1 0 0,0 0 0,0 0 0,-1 0 0,1 0 0,0 0 0,1 0 0,56-7 0,-47 5 0,105-10 0,228 7 0,-245 7 0,-213 27 0,30-10 0,-26 8 0,-1-4 0,-197 12 0,241-33 0,-39 1 0,-136-12 0,36-29 0,-9 10 0,-316 0 0,338 20 0,166 6 0,1-2 0,-1-2 0,1 0 0,0-2 0,-28-11 0,42 12 0,0-1 0,0 0 0,0 0 0,1-1 0,1 0 0,-1-1 0,-11-15 0,11 12 0,-1 1 0,-1 0 0,0 0 0,-19-11 0,25 19 0,0-1 0,1 0 0,-1 0 0,1 0 0,0 0 0,-7-9 0,12 13 0,1 0 0,-1 0 0,0 0 0,1 0 0,-1 0 0,1 0 0,-1 0 0,1-1 0,-1 1 0,1 0 0,0 0 0,0-1 0,-1 1 0,1 0 0,0 0 0,0-1 0,0 1 0,1-3 0,0 3 0,-1-1 0,1 0 0,0 1 0,0-1 0,0 1 0,1-1 0,-1 1 0,0 0 0,0-1 0,1 1 0,-1 0 0,1 0 0,-1 0 0,1 0 0,0 0 0,-1 0 0,3 0 0,12-6 0,1 1 0,0 0 0,0 1 0,0 1 0,1 1 0,27-2 0,113 4 0,-85 3 0,90 6 0,236 43 0,-266-31 0,7 6 0,-79-13 0,117 10 0,59-25 0,64 5 0,-184 14 0,-219-15-1365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987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7" Type="http://schemas.microsoft.com/office/2007/relationships/hdphoto" Target="../media/hdphoto1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5.xml"/><Relationship Id="rId11" Type="http://schemas.microsoft.com/office/2007/relationships/hdphoto" Target="../media/hdphoto2.wdp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4037" y="1917621"/>
            <a:ext cx="7415927" cy="2129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350"/>
              </a:lnSpc>
              <a:buNone/>
            </a:pPr>
            <a:r>
              <a:rPr lang="en-US" sz="6700" b="1" kern="0" spc="-20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Dive into Zombie Rush!</a:t>
            </a:r>
            <a:endParaRPr lang="en-US" sz="6700" dirty="0"/>
          </a:p>
        </p:txBody>
      </p:sp>
      <p:sp>
        <p:nvSpPr>
          <p:cNvPr id="4" name="Text 1"/>
          <p:cNvSpPr/>
          <p:nvPr/>
        </p:nvSpPr>
        <p:spPr>
          <a:xfrm>
            <a:off x="864037" y="4417219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"Zombie Rush" is a thrilling two-player game where you fight off hordes of zombies. Outscore your friend by shooting zombies and collecting bonuses.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5898475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79F2E1-1F14-CA29-9600-67447EC2A1C9}"/>
              </a:ext>
            </a:extLst>
          </p:cNvPr>
          <p:cNvSpPr/>
          <p:nvPr/>
        </p:nvSpPr>
        <p:spPr>
          <a:xfrm>
            <a:off x="12820650" y="7753350"/>
            <a:ext cx="1676400" cy="47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Cartoon character with antlers and a red vest&#10;&#10;Description automatically generated">
            <a:extLst>
              <a:ext uri="{FF2B5EF4-FFF2-40B4-BE49-F238E27FC236}">
                <a16:creationId xmlns:a16="http://schemas.microsoft.com/office/drawing/2014/main" id="{A8E54160-CE27-999F-15CC-5FD0B7080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632" y="0"/>
            <a:ext cx="5203768" cy="8229600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4037" y="894636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b="1" kern="0" spc="-1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4037" y="231409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67395" y="2406610"/>
            <a:ext cx="148590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kern="0" spc="-8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1666280" y="2314099"/>
            <a:ext cx="352484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kern="0" spc="-7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Outscore Your Opponent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666280" y="2847975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 points by shooting down zombies and collecting bonuses.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4037" y="416254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0605" y="4255056"/>
            <a:ext cx="22217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kern="0" spc="-8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1666280" y="4162544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kern="0" spc="-7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Survival is Key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66280" y="4696420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Dodge incoming zombies and manage your health to stay alive.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64037" y="601098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7748" y="6103501"/>
            <a:ext cx="228005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kern="0" spc="-8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1666280" y="601098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kern="0" spc="-7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Gameplay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666280" y="6544866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Aim for precision shooting and utilize bonuses strategically to maximize your score.</a:t>
            </a:r>
            <a:endParaRPr lang="en-US" sz="19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7EE9F-47B9-9B5B-22DE-F1FC60D3A84D}"/>
              </a:ext>
            </a:extLst>
          </p:cNvPr>
          <p:cNvSpPr/>
          <p:nvPr/>
        </p:nvSpPr>
        <p:spPr>
          <a:xfrm>
            <a:off x="12744450" y="7791450"/>
            <a:ext cx="1802509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55D09-EB2E-62DF-28D9-37028159EC2B}"/>
              </a:ext>
            </a:extLst>
          </p:cNvPr>
          <p:cNvSpPr/>
          <p:nvPr/>
        </p:nvSpPr>
        <p:spPr>
          <a:xfrm>
            <a:off x="9591778" y="0"/>
            <a:ext cx="5070764" cy="8229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video game with cartoon characters&#10;&#10;Description automatically generated">
            <a:extLst>
              <a:ext uri="{FF2B5EF4-FFF2-40B4-BE49-F238E27FC236}">
                <a16:creationId xmlns:a16="http://schemas.microsoft.com/office/drawing/2014/main" id="{3D5A1AA2-E899-0AA8-B4A3-04D1C6A63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99" y="2808548"/>
            <a:ext cx="4461060" cy="30937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E98D5F1-DF7D-305D-589A-D9D369B17209}"/>
              </a:ext>
            </a:extLst>
          </p:cNvPr>
          <p:cNvSpPr/>
          <p:nvPr/>
        </p:nvSpPr>
        <p:spPr>
          <a:xfrm>
            <a:off x="0" y="0"/>
            <a:ext cx="6042720" cy="82132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8231" t="14340" r="9605" b="16787"/>
          <a:stretch/>
        </p:blipFill>
        <p:spPr>
          <a:xfrm>
            <a:off x="512618" y="369808"/>
            <a:ext cx="4507772" cy="56692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 0"/>
          <p:cNvSpPr/>
          <p:nvPr/>
        </p:nvSpPr>
        <p:spPr>
          <a:xfrm>
            <a:off x="6328648" y="661749"/>
            <a:ext cx="6207204" cy="75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900"/>
              </a:lnSpc>
              <a:buNone/>
            </a:pPr>
            <a:r>
              <a:rPr lang="en-US" sz="4700" b="1" kern="0" spc="-1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Levels and Challenges</a:t>
            </a:r>
            <a:endParaRPr lang="en-US" sz="4700" dirty="0"/>
          </a:p>
        </p:txBody>
      </p:sp>
      <p:sp>
        <p:nvSpPr>
          <p:cNvPr id="4" name="Shape 1"/>
          <p:cNvSpPr/>
          <p:nvPr/>
        </p:nvSpPr>
        <p:spPr>
          <a:xfrm>
            <a:off x="6674287" y="1774627"/>
            <a:ext cx="30480" cy="5795129"/>
          </a:xfrm>
          <a:prstGeom prst="roundRect">
            <a:avLst>
              <a:gd name="adj" fmla="val 331602"/>
            </a:avLst>
          </a:prstGeom>
          <a:solidFill>
            <a:srgbClr val="C0C1D7"/>
          </a:solidFill>
          <a:ln/>
        </p:spPr>
      </p:sp>
      <p:sp>
        <p:nvSpPr>
          <p:cNvPr id="5" name="Shape 2"/>
          <p:cNvSpPr/>
          <p:nvPr/>
        </p:nvSpPr>
        <p:spPr>
          <a:xfrm>
            <a:off x="6929735" y="2300645"/>
            <a:ext cx="842248" cy="30480"/>
          </a:xfrm>
          <a:prstGeom prst="roundRect">
            <a:avLst>
              <a:gd name="adj" fmla="val 331602"/>
            </a:avLst>
          </a:prstGeom>
          <a:solidFill>
            <a:srgbClr val="C0C1D7"/>
          </a:solidFill>
          <a:ln/>
        </p:spPr>
      </p:sp>
      <p:sp>
        <p:nvSpPr>
          <p:cNvPr id="6" name="Shape 3"/>
          <p:cNvSpPr/>
          <p:nvPr/>
        </p:nvSpPr>
        <p:spPr>
          <a:xfrm>
            <a:off x="6418838" y="2045256"/>
            <a:ext cx="541377" cy="54137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17077" y="2135386"/>
            <a:ext cx="144780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kern="0" spc="-8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013025" y="2015252"/>
            <a:ext cx="3007995" cy="375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kern="0" spc="-7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Level 1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8013025" y="2535436"/>
            <a:ext cx="5775127" cy="76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Starting level with moderate zombie speed and frequency. When timer hits zero, the level switches to the next one.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929735" y="4312563"/>
            <a:ext cx="842248" cy="30480"/>
          </a:xfrm>
          <a:prstGeom prst="roundRect">
            <a:avLst>
              <a:gd name="adj" fmla="val 331602"/>
            </a:avLst>
          </a:prstGeom>
          <a:solidFill>
            <a:srgbClr val="C0C1D7"/>
          </a:solidFill>
          <a:ln/>
        </p:spPr>
      </p:sp>
      <p:sp>
        <p:nvSpPr>
          <p:cNvPr id="11" name="Shape 8"/>
          <p:cNvSpPr/>
          <p:nvPr/>
        </p:nvSpPr>
        <p:spPr>
          <a:xfrm>
            <a:off x="6418838" y="4057174"/>
            <a:ext cx="541377" cy="54137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1239" y="4147304"/>
            <a:ext cx="216575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kern="0" spc="-8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013025" y="4027170"/>
            <a:ext cx="3007995" cy="375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kern="0" spc="-7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Level 2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8013025" y="4547354"/>
            <a:ext cx="5775127" cy="76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zombie speed and frequency, posing a greater challenge.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6929735" y="6324481"/>
            <a:ext cx="842248" cy="30480"/>
          </a:xfrm>
          <a:prstGeom prst="roundRect">
            <a:avLst>
              <a:gd name="adj" fmla="val 331602"/>
            </a:avLst>
          </a:prstGeom>
          <a:solidFill>
            <a:srgbClr val="C0C1D7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8838" y="6069092"/>
            <a:ext cx="541377" cy="54137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78382" y="6159222"/>
            <a:ext cx="222171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kern="0" spc="-8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013025" y="6039088"/>
            <a:ext cx="3007995" cy="375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kern="0" spc="-7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Level 3</a:t>
            </a:r>
            <a:endParaRPr lang="en-US" sz="2350" dirty="0"/>
          </a:p>
        </p:txBody>
      </p:sp>
      <p:sp>
        <p:nvSpPr>
          <p:cNvPr id="19" name="Text 16"/>
          <p:cNvSpPr/>
          <p:nvPr/>
        </p:nvSpPr>
        <p:spPr>
          <a:xfrm>
            <a:off x="8013025" y="6559272"/>
            <a:ext cx="5775127" cy="76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challenging level with the fastest and most frequent zombie attacks.</a:t>
            </a:r>
            <a:endParaRPr lang="en-US" sz="18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1A3F99A-5D25-651C-979F-CB634928E943}"/>
                  </a:ext>
                </a:extLst>
              </p14:cNvPr>
              <p14:cNvContentPartPr/>
              <p14:nvPr/>
            </p14:nvContentPartPr>
            <p14:xfrm>
              <a:off x="12897975" y="7771535"/>
              <a:ext cx="1583640" cy="441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1A3F99A-5D25-651C-979F-CB634928E9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34975" y="7708535"/>
                <a:ext cx="1709280" cy="567360"/>
              </a:xfrm>
              <a:prstGeom prst="rect">
                <a:avLst/>
              </a:prstGeom>
            </p:spPr>
          </p:pic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6E0644A4-81B8-945D-E709-2D594217BD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9813" y="6610469"/>
            <a:ext cx="1393382" cy="62403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B9A2C76-59DB-09CC-4C94-84A038B4788A}"/>
              </a:ext>
            </a:extLst>
          </p:cNvPr>
          <p:cNvSpPr txBox="1"/>
          <p:nvPr/>
        </p:nvSpPr>
        <p:spPr>
          <a:xfrm>
            <a:off x="652106" y="6682591"/>
            <a:ext cx="1131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1"/>
                </a:solidFill>
                <a:latin typeface="Inter Bold"/>
              </a:rPr>
              <a:t>Timer:</a:t>
            </a:r>
            <a:endParaRPr lang="en-US" sz="2800" dirty="0">
              <a:solidFill>
                <a:schemeClr val="bg1"/>
              </a:solidFill>
              <a:latin typeface="Inter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005489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b="1" kern="0" spc="-1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Game Components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394115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Backdrops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4026694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Menu, Ground background (top-down view), Instructions backdrops.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394115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Sprites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2695" y="4026694"/>
            <a:ext cx="3898821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Player, Zombie, Bullets, Bonuses (Health, Bullet increase, Gifts), Level sprites, Buttons (Start, Back, Retry, Instructions), Winner sprites, Draw Sprite.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394115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Sounds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81354" y="4026694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Engaging background music, zombie killing effects, ending sounds, bonus collection sounds.</a:t>
            </a:r>
            <a:endParaRPr lang="en-US" sz="1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1C59A97-4CFC-46EA-A769-B98A55E18472}"/>
                  </a:ext>
                </a:extLst>
              </p14:cNvPr>
              <p14:cNvContentPartPr/>
              <p14:nvPr/>
            </p14:nvContentPartPr>
            <p14:xfrm>
              <a:off x="12901935" y="7803935"/>
              <a:ext cx="1605240" cy="349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1C59A97-4CFC-46EA-A769-B98A55E184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39295" y="7740935"/>
                <a:ext cx="1730880" cy="47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4037" y="4011930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b="1" kern="0" spc="-1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Controls and Scoring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4037" y="5153739"/>
            <a:ext cx="12902327" cy="2150031"/>
          </a:xfrm>
          <a:prstGeom prst="roundRect">
            <a:avLst>
              <a:gd name="adj" fmla="val 4823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79277" y="5168979"/>
            <a:ext cx="128718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126093" y="5324713"/>
            <a:ext cx="59384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8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1389" y="5290543"/>
            <a:ext cx="59384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5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'a', 's', 'd', 'w' keys to move, 'space' to shoot.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879277" y="5875496"/>
            <a:ext cx="12871847" cy="7065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126093" y="6031230"/>
            <a:ext cx="59384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8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311389" y="6031230"/>
            <a:ext cx="59384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5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arrow keys to move, 'm' key to shoot.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879277" y="6582013"/>
            <a:ext cx="128718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126093" y="6737747"/>
            <a:ext cx="59384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8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Scoring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311389" y="6737747"/>
            <a:ext cx="59384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5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Kill zombies and collect gift bonuses to earn points.</a:t>
            </a:r>
            <a:endParaRPr lang="en-US" sz="25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F8D04AD-837D-EA10-40D8-F2431B16782F}"/>
                  </a:ext>
                </a:extLst>
              </p14:cNvPr>
              <p14:cNvContentPartPr/>
              <p14:nvPr/>
            </p14:nvContentPartPr>
            <p14:xfrm>
              <a:off x="12861975" y="7805375"/>
              <a:ext cx="1761120" cy="394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F8D04AD-837D-EA10-40D8-F2431B1678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99335" y="7742735"/>
                <a:ext cx="1886760" cy="52056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D7E8A1AB-14A0-D3FD-5700-C8C75C2F53D7}"/>
              </a:ext>
            </a:extLst>
          </p:cNvPr>
          <p:cNvSpPr/>
          <p:nvPr/>
        </p:nvSpPr>
        <p:spPr>
          <a:xfrm>
            <a:off x="0" y="0"/>
            <a:ext cx="14630400" cy="39966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6A4CD02-2DFC-C3BA-394D-8EE9AC811F66}"/>
              </a:ext>
            </a:extLst>
          </p:cNvPr>
          <p:cNvSpPr/>
          <p:nvPr/>
        </p:nvSpPr>
        <p:spPr>
          <a:xfrm>
            <a:off x="2362200" y="590550"/>
            <a:ext cx="1123950" cy="6858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Inter Bold"/>
              </a:rPr>
              <a:t>W</a:t>
            </a:r>
            <a:endParaRPr lang="en-US" sz="2800" dirty="0">
              <a:latin typeface="Inter Bold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0A7146F-7F5F-2E66-F074-8ACB0CA5A889}"/>
              </a:ext>
            </a:extLst>
          </p:cNvPr>
          <p:cNvSpPr/>
          <p:nvPr/>
        </p:nvSpPr>
        <p:spPr>
          <a:xfrm>
            <a:off x="1126093" y="1406605"/>
            <a:ext cx="1123950" cy="6858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Inter Bold"/>
              </a:rPr>
              <a:t>A</a:t>
            </a:r>
            <a:endParaRPr lang="en-US" sz="2800" dirty="0">
              <a:latin typeface="Inter Bold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E80AF04-AEEE-CF0E-760B-BED971B02178}"/>
              </a:ext>
            </a:extLst>
          </p:cNvPr>
          <p:cNvSpPr/>
          <p:nvPr/>
        </p:nvSpPr>
        <p:spPr>
          <a:xfrm>
            <a:off x="2362200" y="1412257"/>
            <a:ext cx="1123950" cy="6858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dirty="0">
                <a:latin typeface="Inter Bold"/>
              </a:rPr>
              <a:t>S</a:t>
            </a:r>
            <a:endParaRPr lang="en-US" sz="2800" dirty="0">
              <a:latin typeface="Inter Bold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BFB37FA-8184-C31E-9441-C0C19612C5D0}"/>
              </a:ext>
            </a:extLst>
          </p:cNvPr>
          <p:cNvSpPr/>
          <p:nvPr/>
        </p:nvSpPr>
        <p:spPr>
          <a:xfrm>
            <a:off x="3598307" y="1412257"/>
            <a:ext cx="1123950" cy="6858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dirty="0"/>
              <a:t>D</a:t>
            </a:r>
            <a:endParaRPr lang="en-US" sz="2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0D1C684-B8E8-AF65-8951-A4B2C2FB7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1838" y="392051"/>
            <a:ext cx="4963218" cy="20291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37890F-8BEE-389F-EBC6-E1944F3B070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188" b="95812" l="9091" r="88843">
                        <a14:foregroundMark x1="11157" y1="12565" x2="14876" y2="9424"/>
                        <a14:foregroundMark x1="48347" y1="26702" x2="53306" y2="27574"/>
                        <a14:foregroundMark x1="61157" y1="33333" x2="54959" y2="30541"/>
                        <a14:foregroundMark x1="48347" y1="46771" x2="50000" y2="46946"/>
                        <a14:foregroundMark x1="58678" y1="52007" x2="54132" y2="52356"/>
                        <a14:foregroundMark x1="46694" y1="66667" x2="46694" y2="65794"/>
                        <a14:foregroundMark x1="59091" y1="71728" x2="56612" y2="69284"/>
                        <a14:foregroundMark x1="47107" y1="85864" x2="52479" y2="85340"/>
                        <a14:foregroundMark x1="9504" y1="89878" x2="32645" y2="99825"/>
                        <a14:foregroundMark x1="32645" y1="99825" x2="66116" y2="96335"/>
                        <a14:foregroundMark x1="66116" y1="96335" x2="32231" y2="89703"/>
                        <a14:foregroundMark x1="32231" y1="89703" x2="66529" y2="90052"/>
                        <a14:foregroundMark x1="66529" y1="90052" x2="36777" y2="97033"/>
                        <a14:foregroundMark x1="36777" y1="97033" x2="72314" y2="95812"/>
                        <a14:foregroundMark x1="72314" y1="95812" x2="60331" y2="93019"/>
                        <a14:foregroundMark x1="9091" y1="7853" x2="37603" y2="2443"/>
                        <a14:foregroundMark x1="37603" y1="2443" x2="69835" y2="3490"/>
                        <a14:foregroundMark x1="69835" y1="3490" x2="36777" y2="8202"/>
                        <a14:foregroundMark x1="36777" y1="8202" x2="70248" y2="6283"/>
                        <a14:foregroundMark x1="70248" y1="6283" x2="36777" y2="6457"/>
                        <a14:foregroundMark x1="36777" y1="6457" x2="33058" y2="8377"/>
                        <a14:foregroundMark x1="37190" y1="4188" x2="44215" y2="5061"/>
                        <a14:foregroundMark x1="49174" y1="44503" x2="49587" y2="47120"/>
                        <a14:foregroundMark x1="83471" y1="41361" x2="88017" y2="42757"/>
                        <a14:foregroundMark x1="81405" y1="61257" x2="79752" y2="61082"/>
                        <a14:foregroundMark x1="83058" y1="79930" x2="88017" y2="81850"/>
                        <a14:foregroundMark x1="72314" y1="23560" x2="80992" y2="20593"/>
                      </a14:backgroundRemoval>
                    </a14:imgEffect>
                  </a14:imgLayer>
                </a14:imgProps>
              </a:ext>
            </a:extLst>
          </a:blip>
          <a:srcRect l="-25107" r="-25107"/>
          <a:stretch/>
        </p:blipFill>
        <p:spPr>
          <a:xfrm>
            <a:off x="6168611" y="244009"/>
            <a:ext cx="2285556" cy="360264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FC9DB69-4561-9A74-FC99-D375DC9F2921}"/>
              </a:ext>
            </a:extLst>
          </p:cNvPr>
          <p:cNvSpPr/>
          <p:nvPr/>
        </p:nvSpPr>
        <p:spPr>
          <a:xfrm>
            <a:off x="7311389" y="3724275"/>
            <a:ext cx="632461" cy="1223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BA8041-6960-543A-85F9-2E08FC9AFC64}"/>
              </a:ext>
            </a:extLst>
          </p:cNvPr>
          <p:cNvSpPr/>
          <p:nvPr/>
        </p:nvSpPr>
        <p:spPr>
          <a:xfrm>
            <a:off x="6947537" y="528638"/>
            <a:ext cx="819150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7" grpId="0" animBg="1"/>
      <p:bldP spid="24" grpId="0" animBg="1"/>
      <p:bldP spid="25" grpId="0" animBg="1"/>
      <p:bldP spid="26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4037" y="3772495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b="1" kern="0" spc="-1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Bonus Features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4037" y="4914305"/>
            <a:ext cx="4136231" cy="2628900"/>
          </a:xfrm>
          <a:prstGeom prst="roundRect">
            <a:avLst>
              <a:gd name="adj" fmla="val 3944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26093" y="5176361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kern="0" spc="-7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Health Restore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6093" y="5710238"/>
            <a:ext cx="361211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heart bonuses to replenish your health and survive longer.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47084" y="4914305"/>
            <a:ext cx="4136231" cy="2628900"/>
          </a:xfrm>
          <a:prstGeom prst="roundRect">
            <a:avLst>
              <a:gd name="adj" fmla="val 3944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09141" y="5176361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kern="0" spc="-7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Gift Bonuses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509141" y="5710238"/>
            <a:ext cx="361211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bonuses award random score points, adding an element of surprise.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630132" y="4914305"/>
            <a:ext cx="4136231" cy="2628900"/>
          </a:xfrm>
          <a:prstGeom prst="roundRect">
            <a:avLst>
              <a:gd name="adj" fmla="val 3944"/>
            </a:avLst>
          </a:prstGeom>
          <a:solidFill>
            <a:srgbClr val="DADBF1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92189" y="5176361"/>
            <a:ext cx="361211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kern="0" spc="-7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Bullet Frequency Increase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892189" y="5710238"/>
            <a:ext cx="361211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up your shooting rate to take down zombies more efficiently.</a:t>
            </a:r>
            <a:endParaRPr lang="en-US" sz="1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2102A15-E74B-D43D-240A-47C72B1B973D}"/>
                  </a:ext>
                </a:extLst>
              </p14:cNvPr>
              <p14:cNvContentPartPr/>
              <p14:nvPr/>
            </p14:nvContentPartPr>
            <p14:xfrm>
              <a:off x="12792135" y="7753535"/>
              <a:ext cx="1745640" cy="361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2102A15-E74B-D43D-240A-47C72B1B97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29135" y="7690535"/>
                <a:ext cx="1871280" cy="48744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89304507-B1C7-75F5-A561-7FBC35E294C8}"/>
              </a:ext>
            </a:extLst>
          </p:cNvPr>
          <p:cNvSpPr/>
          <p:nvPr/>
        </p:nvSpPr>
        <p:spPr>
          <a:xfrm>
            <a:off x="0" y="0"/>
            <a:ext cx="14630400" cy="356216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D1CCCD-7DA0-D7E7-AF01-FF1A7B1DA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891" y="910572"/>
            <a:ext cx="1920311" cy="1621886"/>
          </a:xfrm>
          <a:prstGeom prst="ellipse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5E07155-DDBD-0963-8D0F-D5DC55CB77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2098" y="951011"/>
            <a:ext cx="1840680" cy="1660142"/>
          </a:xfrm>
          <a:prstGeom prst="ellipse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1D9FD19-AEDD-45F8-E72F-385AB2651A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9684" y="858599"/>
            <a:ext cx="1920311" cy="1660142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30077" y="664488"/>
            <a:ext cx="6135767" cy="753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900"/>
              </a:lnSpc>
              <a:buNone/>
            </a:pPr>
            <a:r>
              <a:rPr lang="en-US" sz="4700" b="1" kern="0" spc="-1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Lifeline and End Game</a:t>
            </a:r>
            <a:endParaRPr lang="en-US" sz="4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077" y="1779389"/>
            <a:ext cx="1205389" cy="19285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97058" y="2020372"/>
            <a:ext cx="3013472" cy="37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kern="0" spc="-7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Health</a:t>
            </a:r>
            <a:endParaRPr lang="en-US" sz="2350" dirty="0"/>
          </a:p>
        </p:txBody>
      </p:sp>
      <p:sp>
        <p:nvSpPr>
          <p:cNvPr id="6" name="Text 2"/>
          <p:cNvSpPr/>
          <p:nvPr/>
        </p:nvSpPr>
        <p:spPr>
          <a:xfrm>
            <a:off x="7897058" y="2541508"/>
            <a:ext cx="588966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health depletes upon contact with zombies. Collect heart bonuses to restore it.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077" y="3707963"/>
            <a:ext cx="1205389" cy="19285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28418" y="3926502"/>
            <a:ext cx="3013472" cy="37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kern="0" spc="-7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Game Over</a:t>
            </a:r>
            <a:endParaRPr lang="en-US" sz="2350" dirty="0"/>
          </a:p>
        </p:txBody>
      </p:sp>
      <p:sp>
        <p:nvSpPr>
          <p:cNvPr id="9" name="Text 4"/>
          <p:cNvSpPr/>
          <p:nvPr/>
        </p:nvSpPr>
        <p:spPr>
          <a:xfrm>
            <a:off x="7897058" y="4470082"/>
            <a:ext cx="588966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game ends if a player's health reaches zero or after completing three levels.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0077" y="5636538"/>
            <a:ext cx="1205389" cy="192857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97058" y="5877520"/>
            <a:ext cx="3013472" cy="37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kern="0" spc="-7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Victory</a:t>
            </a:r>
            <a:endParaRPr lang="en-US" sz="2350" dirty="0"/>
          </a:p>
        </p:txBody>
      </p:sp>
      <p:sp>
        <p:nvSpPr>
          <p:cNvPr id="12" name="Text 6"/>
          <p:cNvSpPr/>
          <p:nvPr/>
        </p:nvSpPr>
        <p:spPr>
          <a:xfrm>
            <a:off x="7897058" y="6398657"/>
            <a:ext cx="588966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player with the highest score at the end wins!</a:t>
            </a:r>
            <a:endParaRPr lang="en-US" sz="18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E0621B6-CC7A-40EC-349B-8303BC277BE8}"/>
                  </a:ext>
                </a:extLst>
              </p14:cNvPr>
              <p14:cNvContentPartPr/>
              <p14:nvPr/>
            </p14:nvContentPartPr>
            <p14:xfrm>
              <a:off x="12973215" y="7889255"/>
              <a:ext cx="144720" cy="97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E0621B6-CC7A-40EC-349B-8303BC277BE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67095" y="7883135"/>
                <a:ext cx="1569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9DEE59E-5C96-175D-74CE-4074BFD3BE17}"/>
                  </a:ext>
                </a:extLst>
              </p14:cNvPr>
              <p14:cNvContentPartPr/>
              <p14:nvPr/>
            </p14:nvContentPartPr>
            <p14:xfrm>
              <a:off x="12870615" y="7809695"/>
              <a:ext cx="1618560" cy="291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9DEE59E-5C96-175D-74CE-4074BFD3BE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07615" y="7746695"/>
                <a:ext cx="1744200" cy="41688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6632C880-4509-C490-350B-B86E2602BD2E}"/>
              </a:ext>
            </a:extLst>
          </p:cNvPr>
          <p:cNvSpPr/>
          <p:nvPr/>
        </p:nvSpPr>
        <p:spPr>
          <a:xfrm>
            <a:off x="0" y="0"/>
            <a:ext cx="5818909" cy="8229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D34989-9C22-95F2-06E6-BE62302DC2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966" b="96907" l="6868" r="95055">
                        <a14:foregroundMark x1="17308" y1="9278" x2="6593" y2="13746"/>
                        <a14:foregroundMark x1="6593" y1="13746" x2="9066" y2="45017"/>
                        <a14:foregroundMark x1="9066" y1="45017" x2="4945" y2="56014"/>
                        <a14:foregroundMark x1="4945" y1="56014" x2="8516" y2="89347"/>
                        <a14:foregroundMark x1="8516" y1="89347" x2="6044" y2="99656"/>
                        <a14:foregroundMark x1="6044" y1="99656" x2="18407" y2="99313"/>
                        <a14:foregroundMark x1="18407" y1="99313" x2="7418" y2="80412"/>
                        <a14:foregroundMark x1="7418" y1="80412" x2="17308" y2="50515"/>
                        <a14:foregroundMark x1="17308" y1="50515" x2="28846" y2="47423"/>
                        <a14:foregroundMark x1="28846" y1="47423" x2="39560" y2="37801"/>
                        <a14:foregroundMark x1="39560" y1="37801" x2="10440" y2="52577"/>
                        <a14:foregroundMark x1="10440" y1="52577" x2="36813" y2="64948"/>
                        <a14:foregroundMark x1="36813" y1="64948" x2="48077" y2="62887"/>
                        <a14:foregroundMark x1="48077" y1="62887" x2="28846" y2="59794"/>
                        <a14:foregroundMark x1="28846" y1="59794" x2="3846" y2="40206"/>
                        <a14:foregroundMark x1="3846" y1="40206" x2="26374" y2="30928"/>
                        <a14:foregroundMark x1="26374" y1="30928" x2="35165" y2="19244"/>
                        <a14:foregroundMark x1="35165" y1="19244" x2="32418" y2="31959"/>
                        <a14:foregroundMark x1="32418" y1="31959" x2="42857" y2="42268"/>
                        <a14:foregroundMark x1="42857" y1="42268" x2="95055" y2="48797"/>
                        <a14:foregroundMark x1="95055" y1="48797" x2="96703" y2="38488"/>
                        <a14:foregroundMark x1="96703" y1="38488" x2="88736" y2="47079"/>
                        <a14:foregroundMark x1="88736" y1="47079" x2="95055" y2="38832"/>
                        <a14:foregroundMark x1="95055" y1="38832" x2="89560" y2="47766"/>
                        <a14:foregroundMark x1="89560" y1="47766" x2="38187" y2="40893"/>
                        <a14:foregroundMark x1="38187" y1="40893" x2="25549" y2="48110"/>
                        <a14:foregroundMark x1="25549" y1="48110" x2="28571" y2="60825"/>
                        <a14:foregroundMark x1="28571" y1="60825" x2="42857" y2="70103"/>
                        <a14:foregroundMark x1="42857" y1="70103" x2="56868" y2="72165"/>
                        <a14:foregroundMark x1="56868" y1="72165" x2="85714" y2="71478"/>
                        <a14:foregroundMark x1="85714" y1="71478" x2="89835" y2="73540"/>
                        <a14:foregroundMark x1="45604" y1="32990" x2="46703" y2="35395"/>
                        <a14:foregroundMark x1="45604" y1="33333" x2="43132" y2="32990"/>
                        <a14:foregroundMark x1="36264" y1="21993" x2="37088" y2="21306"/>
                        <a14:foregroundMark x1="38736" y1="24742" x2="38736" y2="22680"/>
                        <a14:foregroundMark x1="39286" y1="24742" x2="40385" y2="23024"/>
                        <a14:foregroundMark x1="19780" y1="24055" x2="21429" y2="24742"/>
                        <a14:foregroundMark x1="28297" y1="16151" x2="16209" y2="13402"/>
                        <a14:foregroundMark x1="16209" y1="13402" x2="27473" y2="16495"/>
                        <a14:foregroundMark x1="27473" y1="16495" x2="28297" y2="16495"/>
                        <a14:foregroundMark x1="34066" y1="17526" x2="35165" y2="17182"/>
                        <a14:foregroundMark x1="34341" y1="15464" x2="36264" y2="14777"/>
                        <a14:foregroundMark x1="23901" y1="82818" x2="37088" y2="82818"/>
                        <a14:foregroundMark x1="37088" y1="82818" x2="26648" y2="85223"/>
                        <a14:foregroundMark x1="6044" y1="91409" x2="16209" y2="96907"/>
                        <a14:foregroundMark x1="16209" y1="96907" x2="6868" y2="92440"/>
                        <a14:foregroundMark x1="23352" y1="56014" x2="23077" y2="54296"/>
                        <a14:foregroundMark x1="20330" y1="53952" x2="21978" y2="52921"/>
                        <a14:foregroundMark x1="21429" y1="50859" x2="21978" y2="51203"/>
                      </a14:backgroundRemoval>
                    </a14:imgEffect>
                  </a14:imgLayer>
                </a14:imgProps>
              </a:ext>
            </a:extLst>
          </a:blip>
          <a:srcRect l="5946" b="3288"/>
          <a:stretch/>
        </p:blipFill>
        <p:spPr>
          <a:xfrm>
            <a:off x="1089061" y="1342116"/>
            <a:ext cx="3881949" cy="475046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F6CDE6-C962-3E9D-5A9E-E65AE2DE5281}"/>
              </a:ext>
            </a:extLst>
          </p:cNvPr>
          <p:cNvSpPr/>
          <p:nvPr/>
        </p:nvSpPr>
        <p:spPr>
          <a:xfrm>
            <a:off x="4441050" y="4931596"/>
            <a:ext cx="626723" cy="3100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5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4037" y="2556272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b="1" kern="0" spc="-14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 Ready to Survive!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4037" y="3698081"/>
            <a:ext cx="74159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kern="0" spc="-3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"Zombie Rush" provides a thrilling and dynamic multiplayer experience. With its multiple levels, engaging bonuses, and strategic gameplay, it offers an immersive and memorable gaming experience. Prepare to test your zombie-slaying skills and emerge victorious!</a:t>
            </a:r>
            <a:endParaRPr lang="en-US" sz="1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2A6B03-6D5D-6444-548C-272A00DC3B2B}"/>
              </a:ext>
            </a:extLst>
          </p:cNvPr>
          <p:cNvSpPr/>
          <p:nvPr/>
        </p:nvSpPr>
        <p:spPr>
          <a:xfrm>
            <a:off x="12763500" y="7620000"/>
            <a:ext cx="18669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434761-026B-BFC8-7774-E57E8ECC3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350" y="0"/>
            <a:ext cx="4972050" cy="82296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C1AF3E-F85A-EC33-F2E5-1FE095E66EDE}"/>
              </a:ext>
            </a:extLst>
          </p:cNvPr>
          <p:cNvSpPr txBox="1"/>
          <p:nvPr/>
        </p:nvSpPr>
        <p:spPr>
          <a:xfrm>
            <a:off x="4467225" y="2038350"/>
            <a:ext cx="5695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latin typeface="Inter Bold"/>
              </a:rPr>
              <a:t>Thank You So Much</a:t>
            </a:r>
            <a:endParaRPr lang="en-US" sz="4800" b="1" dirty="0">
              <a:latin typeface="Inter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DF5C04-8EA3-BC75-96E4-4E344FB1DC91}"/>
              </a:ext>
            </a:extLst>
          </p:cNvPr>
          <p:cNvSpPr txBox="1"/>
          <p:nvPr/>
        </p:nvSpPr>
        <p:spPr>
          <a:xfrm>
            <a:off x="5991225" y="3225224"/>
            <a:ext cx="2647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Inter Bold"/>
              </a:rPr>
              <a:t>Submitted By:</a:t>
            </a:r>
            <a:r>
              <a:rPr lang="en-GB" dirty="0"/>
              <a:t>: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FAB844-6068-A61E-BF87-8EE173417E75}"/>
              </a:ext>
            </a:extLst>
          </p:cNvPr>
          <p:cNvSpPr txBox="1"/>
          <p:nvPr/>
        </p:nvSpPr>
        <p:spPr>
          <a:xfrm>
            <a:off x="5876924" y="3930134"/>
            <a:ext cx="3400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Inter Bold"/>
              </a:rPr>
              <a:t>Umair Arshad	 2024-SE-38</a:t>
            </a:r>
          </a:p>
          <a:p>
            <a:r>
              <a:rPr lang="en-GB" sz="2000" dirty="0" err="1">
                <a:latin typeface="Inter Bold"/>
              </a:rPr>
              <a:t>Sagheer</a:t>
            </a:r>
            <a:r>
              <a:rPr lang="en-GB" sz="2000" dirty="0">
                <a:latin typeface="Inter Bold"/>
              </a:rPr>
              <a:t> Ashar	 2024-SE-48</a:t>
            </a:r>
          </a:p>
          <a:p>
            <a:r>
              <a:rPr lang="en-GB" sz="2000" dirty="0">
                <a:latin typeface="Inter Bold"/>
              </a:rPr>
              <a:t>Nabeel Tahir 	 2024-SE-47</a:t>
            </a:r>
            <a:endParaRPr lang="en-US" sz="2000" dirty="0">
              <a:latin typeface="Inter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F7FEE-1757-5DAB-CC4B-0B1CE1AEE705}"/>
              </a:ext>
            </a:extLst>
          </p:cNvPr>
          <p:cNvSpPr txBox="1"/>
          <p:nvPr/>
        </p:nvSpPr>
        <p:spPr>
          <a:xfrm>
            <a:off x="5991225" y="5036523"/>
            <a:ext cx="2647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Inter Bold"/>
              </a:rPr>
              <a:t>Submitted To:</a:t>
            </a:r>
          </a:p>
          <a:p>
            <a:pPr algn="ctr"/>
            <a:r>
              <a:rPr lang="en-GB" dirty="0"/>
              <a:t>:</a:t>
            </a:r>
            <a:r>
              <a:rPr lang="en-GB" sz="2000" dirty="0">
                <a:latin typeface="Inter Bold"/>
              </a:rPr>
              <a:t>Ms. Rimsha Noreen</a:t>
            </a:r>
          </a:p>
          <a:p>
            <a:pPr algn="ctr"/>
            <a:r>
              <a:rPr lang="en-GB" sz="2000" dirty="0">
                <a:latin typeface="Inter Bold"/>
              </a:rPr>
              <a:t>Ms. Rida Saeed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1F5CAE-C725-5997-D01F-2CB8AE4B6944}"/>
              </a:ext>
            </a:extLst>
          </p:cNvPr>
          <p:cNvSpPr/>
          <p:nvPr/>
        </p:nvSpPr>
        <p:spPr>
          <a:xfrm>
            <a:off x="12382500" y="7639050"/>
            <a:ext cx="2247900" cy="59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440</Words>
  <Application>Microsoft Office PowerPoint</Application>
  <PresentationFormat>Custom</PresentationFormat>
  <Paragraphs>73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Umair Rajpoot</cp:lastModifiedBy>
  <cp:revision>3</cp:revision>
  <dcterms:created xsi:type="dcterms:W3CDTF">2024-10-22T21:58:55Z</dcterms:created>
  <dcterms:modified xsi:type="dcterms:W3CDTF">2024-10-24T06:07:29Z</dcterms:modified>
</cp:coreProperties>
</file>