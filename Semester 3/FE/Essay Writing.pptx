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78" r:id="rId1"/>
  </p:sldMasterIdLst>
  <p:sldIdLst>
    <p:sldId id="256" r:id="rId2"/>
    <p:sldId id="291" r:id="rId3"/>
    <p:sldId id="292" r:id="rId4"/>
    <p:sldId id="293" r:id="rId5"/>
    <p:sldId id="294" r:id="rId6"/>
    <p:sldId id="295" r:id="rId7"/>
    <p:sldId id="296" r:id="rId8"/>
    <p:sldId id="298" r:id="rId9"/>
    <p:sldId id="299" r:id="rId10"/>
    <p:sldId id="300" r:id="rId11"/>
    <p:sldId id="301" r:id="rId12"/>
    <p:sldId id="304" r:id="rId13"/>
    <p:sldId id="307" r:id="rId14"/>
    <p:sldId id="302" r:id="rId15"/>
    <p:sldId id="303" r:id="rId16"/>
    <p:sldId id="305" r:id="rId17"/>
    <p:sldId id="308" r:id="rId18"/>
    <p:sldId id="306" r:id="rId19"/>
  </p:sldIdLst>
  <p:sldSz cx="9753600" cy="7315200"/>
  <p:notesSz cx="9753600" cy="73152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588" autoAdjust="0"/>
    <p:restoredTop sz="94624" autoAdjust="0"/>
  </p:normalViewPr>
  <p:slideViewPr>
    <p:cSldViewPr>
      <p:cViewPr varScale="1">
        <p:scale>
          <a:sx n="77" d="100"/>
          <a:sy n="77" d="100"/>
        </p:scale>
        <p:origin x="1474" y="58"/>
      </p:cViewPr>
      <p:guideLst>
        <p:guide orient="horz" pos="2880"/>
        <p:guide pos="216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2">
        <a:schemeClr val="bg2"/>
      </p:bgRef>
    </p:bg>
    <p:spTree>
      <p:nvGrpSpPr>
        <p:cNvPr id="1" name=""/>
        <p:cNvGrpSpPr/>
        <p:nvPr/>
      </p:nvGrpSpPr>
      <p:grpSpPr>
        <a:xfrm>
          <a:off x="0" y="0"/>
          <a:ext cx="0" cy="0"/>
          <a:chOff x="0" y="0"/>
          <a:chExt cx="0" cy="0"/>
        </a:xfrm>
      </p:grpSpPr>
      <p:sp>
        <p:nvSpPr>
          <p:cNvPr id="9" name="Title 8"/>
          <p:cNvSpPr>
            <a:spLocks noGrp="1"/>
          </p:cNvSpPr>
          <p:nvPr>
            <p:ph type="ctrTitle"/>
          </p:nvPr>
        </p:nvSpPr>
        <p:spPr>
          <a:xfrm>
            <a:off x="568960" y="1463040"/>
            <a:ext cx="8375091" cy="1950720"/>
          </a:xfrm>
          <a:ln>
            <a:noFill/>
          </a:ln>
        </p:spPr>
        <p:txBody>
          <a:bodyPr vert="horz" tIns="0" rIns="19506" bIns="0" anchor="b">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6000"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a:t>Click to edit Master title style</a:t>
            </a:r>
          </a:p>
        </p:txBody>
      </p:sp>
      <p:sp>
        <p:nvSpPr>
          <p:cNvPr id="17" name="Subtitle 16"/>
          <p:cNvSpPr>
            <a:spLocks noGrp="1"/>
          </p:cNvSpPr>
          <p:nvPr>
            <p:ph type="subTitle" idx="1"/>
          </p:nvPr>
        </p:nvSpPr>
        <p:spPr>
          <a:xfrm>
            <a:off x="568960" y="3443772"/>
            <a:ext cx="8378342" cy="1869440"/>
          </a:xfrm>
        </p:spPr>
        <p:txBody>
          <a:bodyPr lIns="0" rIns="19506"/>
          <a:lstStyle>
            <a:lvl1pPr marL="0" marR="48765" indent="0" algn="r">
              <a:buNone/>
              <a:defRPr>
                <a:solidFill>
                  <a:schemeClr val="tx1"/>
                </a:solidFill>
              </a:defRPr>
            </a:lvl1pPr>
            <a:lvl2pPr marL="487650" indent="0" algn="ctr">
              <a:buNone/>
            </a:lvl2pPr>
            <a:lvl3pPr marL="975299" indent="0" algn="ctr">
              <a:buNone/>
            </a:lvl3pPr>
            <a:lvl4pPr marL="1462949" indent="0" algn="ctr">
              <a:buNone/>
            </a:lvl4pPr>
            <a:lvl5pPr marL="1950598" indent="0" algn="ctr">
              <a:buNone/>
            </a:lvl5pPr>
            <a:lvl6pPr marL="2438248" indent="0" algn="ctr">
              <a:buNone/>
            </a:lvl6pPr>
            <a:lvl7pPr marL="2925897" indent="0" algn="ctr">
              <a:buNone/>
            </a:lvl7pPr>
            <a:lvl8pPr marL="3413547" indent="0" algn="ctr">
              <a:buNone/>
            </a:lvl8pPr>
            <a:lvl9pPr marL="3901196" indent="0" algn="ctr">
              <a:buNone/>
            </a:lvl9pPr>
          </a:lstStyle>
          <a:p>
            <a:r>
              <a:rPr kumimoji="0" lang="en-US"/>
              <a:t>Click to edit Master subtitle style</a:t>
            </a:r>
          </a:p>
        </p:txBody>
      </p:sp>
      <p:sp>
        <p:nvSpPr>
          <p:cNvPr id="30" name="Date Placeholder 29"/>
          <p:cNvSpPr>
            <a:spLocks noGrp="1"/>
          </p:cNvSpPr>
          <p:nvPr>
            <p:ph type="dt" sz="half" idx="10"/>
          </p:nvPr>
        </p:nvSpPr>
        <p:spPr/>
        <p:txBody>
          <a:bodyPr/>
          <a:lstStyle/>
          <a:p>
            <a:fld id="{1D8BD707-D9CF-40AE-B4C6-C98DA3205C09}" type="datetimeFigureOut">
              <a:rPr lang="en-US" smtClean="0"/>
              <a:pPr/>
              <a:t>2/21/2023</a:t>
            </a:fld>
            <a:endParaRPr lang="en-US"/>
          </a:p>
        </p:txBody>
      </p:sp>
      <p:sp>
        <p:nvSpPr>
          <p:cNvPr id="19" name="Footer Placeholder 18"/>
          <p:cNvSpPr>
            <a:spLocks noGrp="1"/>
          </p:cNvSpPr>
          <p:nvPr>
            <p:ph type="ftr" sz="quarter" idx="11"/>
          </p:nvPr>
        </p:nvSpPr>
        <p:spPr/>
        <p:txBody>
          <a:bodyPr/>
          <a:lstStyle/>
          <a:p>
            <a:endParaRPr lang="en-US"/>
          </a:p>
        </p:txBody>
      </p:sp>
      <p:sp>
        <p:nvSpPr>
          <p:cNvPr id="27" name="Slide Number Placeholder 26"/>
          <p:cNvSpPr>
            <a:spLocks noGrp="1"/>
          </p:cNvSpPr>
          <p:nvPr>
            <p:ph type="sldNum" sz="quarter" idx="12"/>
          </p:nvPr>
        </p:nvSpPr>
        <p:spPr/>
        <p:txBody>
          <a:bodyPr/>
          <a:lstStyle/>
          <a:p>
            <a:fld id="{B6F15528-21DE-4FAA-801E-634DDDAF4B2B}" type="slidenum">
              <a:rPr lang="en-US" smtClean="0"/>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Content Placeholder 2"/>
          <p:cNvSpPr>
            <a:spLocks noGrp="1"/>
          </p:cNvSpPr>
          <p:nvPr>
            <p:ph idx="1"/>
          </p:nvPr>
        </p:nvSpPr>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pPr/>
              <a:t>2/21/2023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565709" y="1404519"/>
            <a:ext cx="8290560" cy="1453286"/>
          </a:xfrm>
          <a:ln>
            <a:noFill/>
          </a:ln>
        </p:spPr>
        <p:txBody>
          <a:bodyPr vert="horz" tIns="0" bIns="0" anchor="b">
            <a:noAutofit/>
            <a:scene3d>
              <a:camera prst="orthographicFront"/>
              <a:lightRig rig="freezing" dir="t">
                <a:rot lat="0" lon="0" rev="5640000"/>
              </a:lightRig>
            </a:scene3d>
            <a:sp3d prstMaterial="flat">
              <a:bevelT w="38100" h="38100"/>
            </a:sp3d>
          </a:bodyPr>
          <a:lstStyle>
            <a:lvl1pPr algn="l" rtl="0">
              <a:spcBef>
                <a:spcPct val="0"/>
              </a:spcBef>
              <a:buNone/>
              <a:defRPr lang="en-US" sz="6000" b="1" cap="none" baseline="0" dirty="0">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a:t>Click to edit Master title style</a:t>
            </a:r>
          </a:p>
        </p:txBody>
      </p:sp>
      <p:sp>
        <p:nvSpPr>
          <p:cNvPr id="3" name="Text Placeholder 2"/>
          <p:cNvSpPr>
            <a:spLocks noGrp="1"/>
          </p:cNvSpPr>
          <p:nvPr>
            <p:ph type="body" idx="1"/>
          </p:nvPr>
        </p:nvSpPr>
        <p:spPr>
          <a:xfrm>
            <a:off x="565709" y="2884975"/>
            <a:ext cx="8290560" cy="1610359"/>
          </a:xfrm>
        </p:spPr>
        <p:txBody>
          <a:bodyPr lIns="48765" rIns="48765" anchor="t"/>
          <a:lstStyle>
            <a:lvl1pPr marL="0" indent="0">
              <a:buNone/>
              <a:defRPr sz="2300">
                <a:solidFill>
                  <a:schemeClr val="tx1"/>
                </a:solidFill>
              </a:defRPr>
            </a:lvl1pPr>
            <a:lvl2pPr>
              <a:buNone/>
              <a:defRPr sz="1900">
                <a:solidFill>
                  <a:schemeClr val="tx1">
                    <a:tint val="75000"/>
                  </a:schemeClr>
                </a:solidFill>
              </a:defRPr>
            </a:lvl2pPr>
            <a:lvl3pPr>
              <a:buNone/>
              <a:defRPr sz="1700">
                <a:solidFill>
                  <a:schemeClr val="tx1">
                    <a:tint val="75000"/>
                  </a:schemeClr>
                </a:solidFill>
              </a:defRPr>
            </a:lvl3pPr>
            <a:lvl4pPr>
              <a:buNone/>
              <a:defRPr sz="1500">
                <a:solidFill>
                  <a:schemeClr val="tx1">
                    <a:tint val="75000"/>
                  </a:schemeClr>
                </a:solidFill>
              </a:defRPr>
            </a:lvl4pPr>
            <a:lvl5pPr>
              <a:buNone/>
              <a:defRPr sz="150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2/21/2023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87680" y="751027"/>
            <a:ext cx="8778240" cy="1219200"/>
          </a:xfrm>
        </p:spPr>
        <p:txBody>
          <a:bodyPr/>
          <a:lstStyle/>
          <a:p>
            <a:r>
              <a:rPr kumimoji="0" lang="en-US"/>
              <a:t>Click to edit Master title style</a:t>
            </a:r>
          </a:p>
        </p:txBody>
      </p:sp>
      <p:sp>
        <p:nvSpPr>
          <p:cNvPr id="3" name="Content Placeholder 2"/>
          <p:cNvSpPr>
            <a:spLocks noGrp="1"/>
          </p:cNvSpPr>
          <p:nvPr>
            <p:ph sz="half" idx="1"/>
          </p:nvPr>
        </p:nvSpPr>
        <p:spPr>
          <a:xfrm>
            <a:off x="487680" y="2048091"/>
            <a:ext cx="4307840" cy="4730496"/>
          </a:xfrm>
        </p:spPr>
        <p:txBody>
          <a:bodyPr/>
          <a:lstStyle>
            <a:lvl1pPr>
              <a:defRPr sz="2800"/>
            </a:lvl1pPr>
            <a:lvl2pPr>
              <a:defRPr sz="2600"/>
            </a:lvl2pPr>
            <a:lvl3pPr>
              <a:defRPr sz="2100"/>
            </a:lvl3pPr>
            <a:lvl4pPr>
              <a:defRPr sz="1900"/>
            </a:lvl4pPr>
            <a:lvl5pPr>
              <a:defRPr sz="19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Content Placeholder 3"/>
          <p:cNvSpPr>
            <a:spLocks noGrp="1"/>
          </p:cNvSpPr>
          <p:nvPr>
            <p:ph sz="half" idx="2"/>
          </p:nvPr>
        </p:nvSpPr>
        <p:spPr>
          <a:xfrm>
            <a:off x="4958080" y="2048091"/>
            <a:ext cx="4307840" cy="4730496"/>
          </a:xfrm>
        </p:spPr>
        <p:txBody>
          <a:bodyPr/>
          <a:lstStyle>
            <a:lvl1pPr>
              <a:defRPr sz="2800"/>
            </a:lvl1pPr>
            <a:lvl2pPr>
              <a:defRPr sz="2600"/>
            </a:lvl2pPr>
            <a:lvl3pPr>
              <a:defRPr sz="2100"/>
            </a:lvl3pPr>
            <a:lvl4pPr>
              <a:defRPr sz="1900"/>
            </a:lvl4pPr>
            <a:lvl5pPr>
              <a:defRPr sz="19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1D8BD707-D9CF-40AE-B4C6-C98DA3205C09}" type="datetimeFigureOut">
              <a:rPr lang="en-US" smtClean="0"/>
              <a:pPr/>
              <a:t>2/21/2023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87680" y="751027"/>
            <a:ext cx="8778240" cy="1219200"/>
          </a:xfrm>
        </p:spPr>
        <p:txBody>
          <a:bodyPr tIns="48765" anchor="b"/>
          <a:lstStyle>
            <a:lvl1pPr>
              <a:defRPr/>
            </a:lvl1pPr>
          </a:lstStyle>
          <a:p>
            <a:r>
              <a:rPr kumimoji="0" lang="en-US"/>
              <a:t>Click to edit Master title style</a:t>
            </a:r>
          </a:p>
        </p:txBody>
      </p:sp>
      <p:sp>
        <p:nvSpPr>
          <p:cNvPr id="3" name="Text Placeholder 2"/>
          <p:cNvSpPr>
            <a:spLocks noGrp="1"/>
          </p:cNvSpPr>
          <p:nvPr>
            <p:ph type="body" idx="1"/>
          </p:nvPr>
        </p:nvSpPr>
        <p:spPr>
          <a:xfrm>
            <a:off x="487680" y="1978931"/>
            <a:ext cx="4309534" cy="703309"/>
          </a:xfrm>
        </p:spPr>
        <p:txBody>
          <a:bodyPr lIns="48765" tIns="0" rIns="48765" bIns="0" anchor="ctr">
            <a:noAutofit/>
          </a:bodyPr>
          <a:lstStyle>
            <a:lvl1pPr marL="0" indent="0">
              <a:buNone/>
              <a:defRPr sz="2600" b="1" cap="none" baseline="0">
                <a:solidFill>
                  <a:schemeClr val="tx2"/>
                </a:solidFill>
                <a:effectLst/>
              </a:defRPr>
            </a:lvl1pPr>
            <a:lvl2pPr>
              <a:buNone/>
              <a:defRPr sz="2100" b="1"/>
            </a:lvl2pPr>
            <a:lvl3pPr>
              <a:buNone/>
              <a:defRPr sz="1900" b="1"/>
            </a:lvl3pPr>
            <a:lvl4pPr>
              <a:buNone/>
              <a:defRPr sz="1700" b="1"/>
            </a:lvl4pPr>
            <a:lvl5pPr>
              <a:buNone/>
              <a:defRPr sz="17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954694" y="1983741"/>
            <a:ext cx="4311227" cy="698499"/>
          </a:xfrm>
        </p:spPr>
        <p:txBody>
          <a:bodyPr lIns="48765" tIns="0" rIns="48765" bIns="0" anchor="ctr"/>
          <a:lstStyle>
            <a:lvl1pPr marL="0" indent="0">
              <a:buNone/>
              <a:defRPr sz="2600" b="1" cap="none" baseline="0">
                <a:solidFill>
                  <a:schemeClr val="tx2"/>
                </a:solidFill>
                <a:effectLst/>
              </a:defRPr>
            </a:lvl1pPr>
            <a:lvl2pPr>
              <a:buNone/>
              <a:defRPr sz="2100" b="1"/>
            </a:lvl2pPr>
            <a:lvl3pPr>
              <a:buNone/>
              <a:defRPr sz="1900" b="1"/>
            </a:lvl3pPr>
            <a:lvl4pPr>
              <a:buNone/>
              <a:defRPr sz="1700" b="1"/>
            </a:lvl4pPr>
            <a:lvl5pPr>
              <a:buNone/>
              <a:defRPr sz="1700" b="1"/>
            </a:lvl5pPr>
          </a:lstStyle>
          <a:p>
            <a:pPr lvl="0" eaLnBrk="1" latinLnBrk="0" hangingPunct="1"/>
            <a:r>
              <a:rPr kumimoji="0" lang="en-US"/>
              <a:t>Click to edit Master text styles</a:t>
            </a:r>
          </a:p>
        </p:txBody>
      </p:sp>
      <p:sp>
        <p:nvSpPr>
          <p:cNvPr id="5" name="Content Placeholder 4"/>
          <p:cNvSpPr>
            <a:spLocks noGrp="1"/>
          </p:cNvSpPr>
          <p:nvPr>
            <p:ph sz="quarter" idx="2"/>
          </p:nvPr>
        </p:nvSpPr>
        <p:spPr>
          <a:xfrm>
            <a:off x="487680" y="2682240"/>
            <a:ext cx="4309534" cy="4102101"/>
          </a:xfrm>
        </p:spPr>
        <p:txBody>
          <a:bodyPr tIns="0"/>
          <a:lstStyle>
            <a:lvl1pPr>
              <a:defRPr sz="2300"/>
            </a:lvl1pPr>
            <a:lvl2pPr>
              <a:defRPr sz="2100"/>
            </a:lvl2pPr>
            <a:lvl3pPr>
              <a:defRPr sz="1900"/>
            </a:lvl3pPr>
            <a:lvl4pPr>
              <a:defRPr sz="1700"/>
            </a:lvl4pPr>
            <a:lvl5pPr>
              <a:defRPr sz="17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6" name="Content Placeholder 5"/>
          <p:cNvSpPr>
            <a:spLocks noGrp="1"/>
          </p:cNvSpPr>
          <p:nvPr>
            <p:ph sz="quarter" idx="4"/>
          </p:nvPr>
        </p:nvSpPr>
        <p:spPr>
          <a:xfrm>
            <a:off x="4954694" y="2682240"/>
            <a:ext cx="4311227" cy="4102101"/>
          </a:xfrm>
        </p:spPr>
        <p:txBody>
          <a:bodyPr tIns="0"/>
          <a:lstStyle>
            <a:lvl1pPr>
              <a:defRPr sz="2300"/>
            </a:lvl1pPr>
            <a:lvl2pPr>
              <a:defRPr sz="2100"/>
            </a:lvl2pPr>
            <a:lvl3pPr>
              <a:defRPr sz="1900"/>
            </a:lvl3pPr>
            <a:lvl4pPr>
              <a:defRPr sz="1700"/>
            </a:lvl4pPr>
            <a:lvl5pPr>
              <a:defRPr sz="17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Date Placeholder 6"/>
          <p:cNvSpPr>
            <a:spLocks noGrp="1"/>
          </p:cNvSpPr>
          <p:nvPr>
            <p:ph type="dt" sz="half" idx="10"/>
          </p:nvPr>
        </p:nvSpPr>
        <p:spPr/>
        <p:txBody>
          <a:bodyPr/>
          <a:lstStyle/>
          <a:p>
            <a:fld id="{1D8BD707-D9CF-40AE-B4C6-C98DA3205C09}" type="datetimeFigureOut">
              <a:rPr lang="en-US" smtClean="0"/>
              <a:pPr/>
              <a:t>2/21/2023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87680" y="751027"/>
            <a:ext cx="8859520" cy="1219200"/>
          </a:xfrm>
        </p:spPr>
        <p:txBody>
          <a:bodyPr vert="horz" tIns="48765" bIns="0" anchor="b">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5300" b="0">
                <a:ln>
                  <a:noFill/>
                </a:ln>
                <a:solidFill>
                  <a:schemeClr val="tx2"/>
                </a:solidFill>
                <a:effectLst/>
                <a:latin typeface="+mj-lt"/>
                <a:ea typeface="+mj-ea"/>
                <a:cs typeface="+mj-cs"/>
              </a:defRPr>
            </a:lvl1pPr>
          </a:lstStyle>
          <a:p>
            <a:r>
              <a:rPr kumimoji="0"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2/21/2023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2/21/2023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31520" y="548642"/>
            <a:ext cx="2926080" cy="1239520"/>
          </a:xfrm>
        </p:spPr>
        <p:txBody>
          <a:bodyPr lIns="0" anchor="b">
            <a:noAutofit/>
          </a:bodyPr>
          <a:lstStyle>
            <a:lvl1pPr algn="l" rtl="0">
              <a:spcBef>
                <a:spcPct val="0"/>
              </a:spcBef>
              <a:buNone/>
              <a:defRPr sz="2800" b="0">
                <a:ln>
                  <a:noFill/>
                </a:ln>
                <a:solidFill>
                  <a:schemeClr val="tx2"/>
                </a:solidFill>
                <a:effectLst/>
                <a:latin typeface="+mj-lt"/>
                <a:ea typeface="+mj-ea"/>
                <a:cs typeface="+mj-cs"/>
              </a:defRPr>
            </a:lvl1pPr>
          </a:lstStyle>
          <a:p>
            <a:r>
              <a:rPr kumimoji="0" lang="en-US"/>
              <a:t>Click to edit Master title style</a:t>
            </a:r>
          </a:p>
        </p:txBody>
      </p:sp>
      <p:sp>
        <p:nvSpPr>
          <p:cNvPr id="3" name="Text Placeholder 2"/>
          <p:cNvSpPr>
            <a:spLocks noGrp="1"/>
          </p:cNvSpPr>
          <p:nvPr>
            <p:ph type="body" idx="2"/>
          </p:nvPr>
        </p:nvSpPr>
        <p:spPr>
          <a:xfrm>
            <a:off x="731520" y="1788160"/>
            <a:ext cx="2926080" cy="4876800"/>
          </a:xfrm>
        </p:spPr>
        <p:txBody>
          <a:bodyPr lIns="19506" rIns="19506"/>
          <a:lstStyle>
            <a:lvl1pPr marL="0" indent="0" algn="l">
              <a:buNone/>
              <a:defRPr sz="1500"/>
            </a:lvl1pPr>
            <a:lvl2pPr indent="0" algn="l">
              <a:buNone/>
              <a:defRPr sz="1300"/>
            </a:lvl2pPr>
            <a:lvl3pPr indent="0" algn="l">
              <a:buNone/>
              <a:defRPr sz="1100"/>
            </a:lvl3pPr>
            <a:lvl4pPr indent="0" algn="l">
              <a:buNone/>
              <a:defRPr sz="1000"/>
            </a:lvl4pPr>
            <a:lvl5pPr indent="0" algn="l">
              <a:buNone/>
              <a:defRPr sz="1000"/>
            </a:lvl5pPr>
          </a:lstStyle>
          <a:p>
            <a:pPr lvl="0" eaLnBrk="1" latinLnBrk="0" hangingPunct="1"/>
            <a:r>
              <a:rPr kumimoji="0" lang="en-US"/>
              <a:t>Click to edit Master text styles</a:t>
            </a:r>
          </a:p>
        </p:txBody>
      </p:sp>
      <p:sp>
        <p:nvSpPr>
          <p:cNvPr id="4" name="Content Placeholder 3"/>
          <p:cNvSpPr>
            <a:spLocks noGrp="1"/>
          </p:cNvSpPr>
          <p:nvPr>
            <p:ph sz="half" idx="1"/>
          </p:nvPr>
        </p:nvSpPr>
        <p:spPr>
          <a:xfrm>
            <a:off x="3813387" y="1788160"/>
            <a:ext cx="5452533" cy="4876800"/>
          </a:xfrm>
        </p:spPr>
        <p:txBody>
          <a:bodyPr tIns="0"/>
          <a:lstStyle>
            <a:lvl1pPr>
              <a:defRPr sz="3000"/>
            </a:lvl1pPr>
            <a:lvl2pPr>
              <a:defRPr sz="2800"/>
            </a:lvl2pPr>
            <a:lvl3pPr>
              <a:defRPr sz="2600"/>
            </a:lvl3pPr>
            <a:lvl4pPr>
              <a:defRPr sz="2100"/>
            </a:lvl4pPr>
            <a:lvl5pPr>
              <a:defRPr sz="19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1D8BD707-D9CF-40AE-B4C6-C98DA3205C09}" type="datetimeFigureOut">
              <a:rPr lang="en-US" smtClean="0"/>
              <a:pPr/>
              <a:t>2/21/2023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9" name="Snip and Round Single Corner Rectangle 8"/>
          <p:cNvSpPr/>
          <p:nvPr/>
        </p:nvSpPr>
        <p:spPr>
          <a:xfrm rot="420000" flipV="1">
            <a:off x="3376803" y="1181949"/>
            <a:ext cx="5608320" cy="4389120"/>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lIns="97530" tIns="48765" rIns="97530" bIns="48765" rtlCol="0" anchor="ctr"/>
          <a:lstStyle/>
          <a:p>
            <a:pPr algn="ctr" eaLnBrk="1" latinLnBrk="0" hangingPunct="1"/>
            <a:endParaRPr kumimoji="0" lang="en-US"/>
          </a:p>
        </p:txBody>
      </p:sp>
      <p:sp>
        <p:nvSpPr>
          <p:cNvPr id="12" name="Right Triangle 11"/>
          <p:cNvSpPr/>
          <p:nvPr/>
        </p:nvSpPr>
        <p:spPr>
          <a:xfrm rot="420000" flipV="1">
            <a:off x="8537743" y="5717087"/>
            <a:ext cx="165811" cy="165811"/>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lIns="97530" tIns="48765" rIns="97530" bIns="48765" rtlCol="0" anchor="ctr"/>
          <a:lstStyle/>
          <a:p>
            <a:pPr algn="ctr" eaLnBrk="1" latinLnBrk="0" hangingPunct="1"/>
            <a:endParaRPr kumimoji="0" lang="en-US"/>
          </a:p>
        </p:txBody>
      </p:sp>
      <p:sp>
        <p:nvSpPr>
          <p:cNvPr id="2" name="Title 1"/>
          <p:cNvSpPr>
            <a:spLocks noGrp="1"/>
          </p:cNvSpPr>
          <p:nvPr>
            <p:ph type="title"/>
          </p:nvPr>
        </p:nvSpPr>
        <p:spPr>
          <a:xfrm>
            <a:off x="650240" y="1255463"/>
            <a:ext cx="2360371" cy="1688129"/>
          </a:xfrm>
        </p:spPr>
        <p:txBody>
          <a:bodyPr vert="horz" lIns="48765" tIns="48765" rIns="48765" bIns="48765" anchor="b"/>
          <a:lstStyle>
            <a:lvl1pPr algn="l">
              <a:buNone/>
              <a:defRPr sz="2100" b="1">
                <a:solidFill>
                  <a:schemeClr val="tx2"/>
                </a:solidFill>
              </a:defRPr>
            </a:lvl1pPr>
          </a:lstStyle>
          <a:p>
            <a:r>
              <a:rPr kumimoji="0" lang="en-US"/>
              <a:t>Click to edit Master title style</a:t>
            </a:r>
          </a:p>
        </p:txBody>
      </p:sp>
      <p:sp>
        <p:nvSpPr>
          <p:cNvPr id="4" name="Text Placeholder 3"/>
          <p:cNvSpPr>
            <a:spLocks noGrp="1"/>
          </p:cNvSpPr>
          <p:nvPr>
            <p:ph type="body" sz="half" idx="2"/>
          </p:nvPr>
        </p:nvSpPr>
        <p:spPr>
          <a:xfrm>
            <a:off x="650240" y="3017371"/>
            <a:ext cx="2357120" cy="2324608"/>
          </a:xfrm>
        </p:spPr>
        <p:txBody>
          <a:bodyPr lIns="68271" rIns="48765" bIns="48765" anchor="t"/>
          <a:lstStyle>
            <a:lvl1pPr marL="0" indent="0" algn="l">
              <a:spcBef>
                <a:spcPts val="267"/>
              </a:spcBef>
              <a:buFontTx/>
              <a:buNone/>
              <a:defRPr sz="1400"/>
            </a:lvl1pPr>
            <a:lvl2pPr>
              <a:defRPr sz="1300"/>
            </a:lvl2pPr>
            <a:lvl3pPr>
              <a:defRPr sz="1100"/>
            </a:lvl3pPr>
            <a:lvl4pPr>
              <a:defRPr sz="1000"/>
            </a:lvl4pPr>
            <a:lvl5pPr>
              <a:defRPr sz="10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2/21/2023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8615680" y="6780107"/>
            <a:ext cx="650240" cy="389467"/>
          </a:xfrm>
        </p:spPr>
        <p:txBody>
          <a:bodyPr/>
          <a:lstStyle/>
          <a:p>
            <a:fld id="{B6F15528-21DE-4FAA-801E-634DDDAF4B2B}" type="slidenum">
              <a:rPr lang="en-US" smtClean="0"/>
              <a:pPr/>
              <a:t>‹#›</a:t>
            </a:fld>
            <a:endParaRPr lang="en-US"/>
          </a:p>
        </p:txBody>
      </p:sp>
      <p:sp>
        <p:nvSpPr>
          <p:cNvPr id="3" name="Picture Placeholder 2"/>
          <p:cNvSpPr>
            <a:spLocks noGrp="1"/>
          </p:cNvSpPr>
          <p:nvPr>
            <p:ph type="pic" idx="1"/>
          </p:nvPr>
        </p:nvSpPr>
        <p:spPr>
          <a:xfrm rot="420000">
            <a:off x="3718179" y="1279485"/>
            <a:ext cx="4925568" cy="4194048"/>
          </a:xfrm>
          <a:prstGeom prst="rect">
            <a:avLst/>
          </a:prstGeom>
          <a:solidFill>
            <a:schemeClr val="bg2"/>
          </a:solidFill>
          <a:ln w="3000" cap="rnd">
            <a:solidFill>
              <a:srgbClr val="C0C0C0"/>
            </a:solidFill>
            <a:round/>
          </a:ln>
          <a:effectLst/>
        </p:spPr>
        <p:txBody>
          <a:bodyPr/>
          <a:lstStyle>
            <a:lvl1pPr marL="0" indent="0">
              <a:buNone/>
              <a:defRPr sz="3400"/>
            </a:lvl1pPr>
          </a:lstStyle>
          <a:p>
            <a:r>
              <a:rPr kumimoji="0" lang="en-US"/>
              <a:t>Click icon to add picture</a:t>
            </a:r>
            <a:endParaRPr kumimoji="0" lang="en-US" dirty="0"/>
          </a:p>
        </p:txBody>
      </p:sp>
      <p:sp>
        <p:nvSpPr>
          <p:cNvPr id="10" name="Freeform 9"/>
          <p:cNvSpPr>
            <a:spLocks/>
          </p:cNvSpPr>
          <p:nvPr/>
        </p:nvSpPr>
        <p:spPr bwMode="auto">
          <a:xfrm flipV="1">
            <a:off x="-10160" y="6204373"/>
            <a:ext cx="9773920" cy="1110827"/>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7530" tIns="48765" rIns="97530" bIns="48765" anchor="t" compatLnSpc="1"/>
          <a:lstStyle/>
          <a:p>
            <a:pPr marL="0" algn="l" rtl="0" eaLnBrk="1" latinLnBrk="0" hangingPunct="1"/>
            <a:endParaRPr kumimoji="0" lang="en-US">
              <a:solidFill>
                <a:schemeClr val="tx1"/>
              </a:solidFill>
              <a:latin typeface="+mn-lt"/>
              <a:ea typeface="+mn-ea"/>
              <a:cs typeface="+mn-cs"/>
            </a:endParaRPr>
          </a:p>
        </p:txBody>
      </p:sp>
      <p:sp>
        <p:nvSpPr>
          <p:cNvPr id="11" name="Freeform 10"/>
          <p:cNvSpPr>
            <a:spLocks/>
          </p:cNvSpPr>
          <p:nvPr/>
        </p:nvSpPr>
        <p:spPr bwMode="auto">
          <a:xfrm flipV="1">
            <a:off x="4673600" y="6634481"/>
            <a:ext cx="5080000" cy="680720"/>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7530" tIns="48765" rIns="97530" bIns="48765" anchor="t" compatLnSpc="1"/>
          <a:lstStyle/>
          <a:p>
            <a:pPr marL="0" algn="l" rtl="0" eaLnBrk="1" latinLnBrk="0" hangingPunct="1"/>
            <a:endParaRPr kumimoji="0" lang="en-US">
              <a:solidFill>
                <a:schemeClr val="tx1"/>
              </a:solidFill>
              <a:latin typeface="+mn-lt"/>
              <a:ea typeface="+mn-ea"/>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pPr/>
              <a:t>2/21/2023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071360" y="975362"/>
            <a:ext cx="2194560" cy="5559214"/>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87680" y="975362"/>
            <a:ext cx="6421120" cy="5559214"/>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pPr/>
              <a:t>2/21/2023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7" name="Freeform 6"/>
          <p:cNvSpPr>
            <a:spLocks/>
          </p:cNvSpPr>
          <p:nvPr/>
        </p:nvSpPr>
        <p:spPr bwMode="auto">
          <a:xfrm>
            <a:off x="-10160" y="-7620"/>
            <a:ext cx="9773920" cy="1110827"/>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7530" tIns="48765" rIns="97530" bIns="48765" anchor="t" compatLnSpc="1"/>
          <a:lstStyle/>
          <a:p>
            <a:pPr marL="0" algn="l" rtl="0" eaLnBrk="1" latinLnBrk="0" hangingPunct="1"/>
            <a:endParaRPr kumimoji="0" lang="en-US">
              <a:solidFill>
                <a:schemeClr val="tx1"/>
              </a:solidFill>
              <a:latin typeface="+mn-lt"/>
              <a:ea typeface="+mn-ea"/>
              <a:cs typeface="+mn-cs"/>
            </a:endParaRPr>
          </a:p>
        </p:txBody>
      </p:sp>
      <p:sp>
        <p:nvSpPr>
          <p:cNvPr id="8" name="Freeform 7"/>
          <p:cNvSpPr>
            <a:spLocks/>
          </p:cNvSpPr>
          <p:nvPr/>
        </p:nvSpPr>
        <p:spPr bwMode="auto">
          <a:xfrm>
            <a:off x="4673600" y="-7620"/>
            <a:ext cx="5080000" cy="680720"/>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7530" tIns="48765" rIns="97530" bIns="48765" anchor="t" compatLnSpc="1"/>
          <a:lstStyle/>
          <a:p>
            <a:pPr marL="0" algn="l" rtl="0" eaLnBrk="1" latinLnBrk="0" hangingPunct="1"/>
            <a:endParaRPr kumimoji="0" lang="en-US">
              <a:solidFill>
                <a:schemeClr val="tx1"/>
              </a:solidFill>
              <a:latin typeface="+mn-lt"/>
              <a:ea typeface="+mn-ea"/>
              <a:cs typeface="+mn-cs"/>
            </a:endParaRPr>
          </a:p>
        </p:txBody>
      </p:sp>
      <p:sp>
        <p:nvSpPr>
          <p:cNvPr id="9" name="Title Placeholder 8"/>
          <p:cNvSpPr>
            <a:spLocks noGrp="1"/>
          </p:cNvSpPr>
          <p:nvPr>
            <p:ph type="title"/>
          </p:nvPr>
        </p:nvSpPr>
        <p:spPr>
          <a:xfrm>
            <a:off x="487680" y="751027"/>
            <a:ext cx="8778240" cy="1219200"/>
          </a:xfrm>
          <a:prstGeom prst="rect">
            <a:avLst/>
          </a:prstGeom>
        </p:spPr>
        <p:txBody>
          <a:bodyPr vert="horz" lIns="0" tIns="48765" rIns="0" bIns="0" anchor="b">
            <a:normAutofit/>
          </a:bodyPr>
          <a:lstStyle/>
          <a:p>
            <a:r>
              <a:rPr kumimoji="0" lang="en-US"/>
              <a:t>Click to edit Master title style</a:t>
            </a:r>
          </a:p>
        </p:txBody>
      </p:sp>
      <p:sp>
        <p:nvSpPr>
          <p:cNvPr id="30" name="Text Placeholder 29"/>
          <p:cNvSpPr>
            <a:spLocks noGrp="1"/>
          </p:cNvSpPr>
          <p:nvPr>
            <p:ph type="body" idx="1"/>
          </p:nvPr>
        </p:nvSpPr>
        <p:spPr>
          <a:xfrm>
            <a:off x="487680" y="2064512"/>
            <a:ext cx="8778240" cy="4681728"/>
          </a:xfrm>
          <a:prstGeom prst="rect">
            <a:avLst/>
          </a:prstGeom>
        </p:spPr>
        <p:txBody>
          <a:bodyPr vert="horz" lIns="97530" tIns="48765" rIns="97530" bIns="48765">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0" name="Date Placeholder 9"/>
          <p:cNvSpPr>
            <a:spLocks noGrp="1"/>
          </p:cNvSpPr>
          <p:nvPr>
            <p:ph type="dt" sz="half" idx="2"/>
          </p:nvPr>
        </p:nvSpPr>
        <p:spPr>
          <a:xfrm>
            <a:off x="487680" y="6780107"/>
            <a:ext cx="2275840" cy="389467"/>
          </a:xfrm>
          <a:prstGeom prst="rect">
            <a:avLst/>
          </a:prstGeom>
        </p:spPr>
        <p:txBody>
          <a:bodyPr vert="horz" lIns="0" tIns="0" rIns="0" bIns="0" anchor="b"/>
          <a:lstStyle>
            <a:lvl1pPr algn="l" eaLnBrk="1" latinLnBrk="0" hangingPunct="1">
              <a:defRPr kumimoji="0" sz="1300">
                <a:solidFill>
                  <a:schemeClr val="tx2">
                    <a:shade val="90000"/>
                  </a:schemeClr>
                </a:solidFill>
              </a:defRPr>
            </a:lvl1pPr>
          </a:lstStyle>
          <a:p>
            <a:fld id="{1D8BD707-D9CF-40AE-B4C6-C98DA3205C09}" type="datetimeFigureOut">
              <a:rPr lang="en-US" smtClean="0"/>
              <a:pPr/>
              <a:t>2/21/2023</a:t>
            </a:fld>
            <a:endParaRPr lang="en-US"/>
          </a:p>
        </p:txBody>
      </p:sp>
      <p:sp>
        <p:nvSpPr>
          <p:cNvPr id="22" name="Footer Placeholder 21"/>
          <p:cNvSpPr>
            <a:spLocks noGrp="1"/>
          </p:cNvSpPr>
          <p:nvPr>
            <p:ph type="ftr" sz="quarter" idx="3"/>
          </p:nvPr>
        </p:nvSpPr>
        <p:spPr>
          <a:xfrm>
            <a:off x="2844800" y="6780107"/>
            <a:ext cx="3576320" cy="389467"/>
          </a:xfrm>
          <a:prstGeom prst="rect">
            <a:avLst/>
          </a:prstGeom>
        </p:spPr>
        <p:txBody>
          <a:bodyPr vert="horz" lIns="0" tIns="0" rIns="0" bIns="0" anchor="b"/>
          <a:lstStyle>
            <a:lvl1pPr algn="l" eaLnBrk="1" latinLnBrk="0" hangingPunct="1">
              <a:defRPr kumimoji="0" sz="1300">
                <a:solidFill>
                  <a:schemeClr val="tx2">
                    <a:shade val="90000"/>
                  </a:schemeClr>
                </a:solidFill>
              </a:defRPr>
            </a:lvl1pPr>
          </a:lstStyle>
          <a:p>
            <a:endParaRPr lang="en-US"/>
          </a:p>
        </p:txBody>
      </p:sp>
      <p:sp>
        <p:nvSpPr>
          <p:cNvPr id="18" name="Slide Number Placeholder 17"/>
          <p:cNvSpPr>
            <a:spLocks noGrp="1"/>
          </p:cNvSpPr>
          <p:nvPr>
            <p:ph type="sldNum" sz="quarter" idx="4"/>
          </p:nvPr>
        </p:nvSpPr>
        <p:spPr>
          <a:xfrm>
            <a:off x="8453120" y="6780107"/>
            <a:ext cx="812800" cy="389467"/>
          </a:xfrm>
          <a:prstGeom prst="rect">
            <a:avLst/>
          </a:prstGeom>
        </p:spPr>
        <p:txBody>
          <a:bodyPr vert="horz" lIns="0" tIns="0" rIns="0" bIns="0" anchor="b"/>
          <a:lstStyle>
            <a:lvl1pPr algn="r" eaLnBrk="1" latinLnBrk="0" hangingPunct="1">
              <a:defRPr kumimoji="0" sz="1300">
                <a:solidFill>
                  <a:schemeClr val="tx2">
                    <a:shade val="90000"/>
                  </a:schemeClr>
                </a:solidFill>
              </a:defRPr>
            </a:lvl1pPr>
          </a:lstStyle>
          <a:p>
            <a:fld id="{B6F15528-21DE-4FAA-801E-634DDDAF4B2B}" type="slidenum">
              <a:rPr lang="en-US" smtClean="0"/>
              <a:pPr/>
              <a:t>‹#›</a:t>
            </a:fld>
            <a:endParaRPr lang="en-US"/>
          </a:p>
        </p:txBody>
      </p:sp>
      <p:grpSp>
        <p:nvGrpSpPr>
          <p:cNvPr id="2" name="Group 1"/>
          <p:cNvGrpSpPr/>
          <p:nvPr/>
        </p:nvGrpSpPr>
        <p:grpSpPr>
          <a:xfrm>
            <a:off x="-20285" y="215902"/>
            <a:ext cx="9792585" cy="692506"/>
            <a:chOff x="-19045" y="216550"/>
            <a:chExt cx="9180548" cy="649224"/>
          </a:xfrm>
        </p:grpSpPr>
        <p:sp>
          <p:nvSpPr>
            <p:cNvPr id="12" name="Freeform 11"/>
            <p:cNvSpPr>
              <a:spLocks/>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Freeform 12"/>
            <p:cNvSpPr>
              <a:spLocks/>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grpSp>
    </p:spTree>
  </p:cSld>
  <p:clrMap bg1="lt1" tx1="dk1" bg2="lt2" tx2="dk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Lst>
  <p:txStyles>
    <p:titleStyle>
      <a:lvl1pPr algn="l" rtl="0" eaLnBrk="1" latinLnBrk="0" hangingPunct="1">
        <a:spcBef>
          <a:spcPct val="0"/>
        </a:spcBef>
        <a:buNone/>
        <a:defRPr kumimoji="0" sz="5300" b="0" kern="1200">
          <a:ln>
            <a:noFill/>
          </a:ln>
          <a:solidFill>
            <a:schemeClr val="tx2"/>
          </a:solidFill>
          <a:effectLst/>
          <a:latin typeface="+mj-lt"/>
          <a:ea typeface="+mj-ea"/>
          <a:cs typeface="+mj-cs"/>
        </a:defRPr>
      </a:lvl1pPr>
    </p:titleStyle>
    <p:bodyStyle>
      <a:lvl1pPr marL="292590" indent="-292590" algn="l" rtl="0" eaLnBrk="1" latinLnBrk="0" hangingPunct="1">
        <a:spcBef>
          <a:spcPct val="20000"/>
        </a:spcBef>
        <a:buClr>
          <a:schemeClr val="accent3"/>
        </a:buClr>
        <a:buSzPct val="95000"/>
        <a:buFont typeface="Wingdings 2"/>
        <a:buChar char=""/>
        <a:defRPr kumimoji="0" sz="2800" kern="1200">
          <a:solidFill>
            <a:schemeClr val="tx1"/>
          </a:solidFill>
          <a:latin typeface="+mn-lt"/>
          <a:ea typeface="+mn-ea"/>
          <a:cs typeface="+mn-cs"/>
        </a:defRPr>
      </a:lvl1pPr>
      <a:lvl2pPr marL="682709" indent="-263331" algn="l" rtl="0" eaLnBrk="1" latinLnBrk="0" hangingPunct="1">
        <a:spcBef>
          <a:spcPct val="20000"/>
        </a:spcBef>
        <a:buClr>
          <a:schemeClr val="accent1"/>
        </a:buClr>
        <a:buSzPct val="85000"/>
        <a:buFont typeface="Wingdings 2"/>
        <a:buChar char=""/>
        <a:defRPr kumimoji="0" sz="2600" kern="1200">
          <a:solidFill>
            <a:schemeClr val="tx1"/>
          </a:solidFill>
          <a:latin typeface="+mn-lt"/>
          <a:ea typeface="+mn-ea"/>
          <a:cs typeface="+mn-cs"/>
        </a:defRPr>
      </a:lvl2pPr>
      <a:lvl3pPr marL="975299" indent="-263331" algn="l" rtl="0" eaLnBrk="1" latinLnBrk="0" hangingPunct="1">
        <a:spcBef>
          <a:spcPct val="20000"/>
        </a:spcBef>
        <a:buClr>
          <a:schemeClr val="accent2"/>
        </a:buClr>
        <a:buSzPct val="70000"/>
        <a:buFont typeface="Wingdings 2"/>
        <a:buChar char=""/>
        <a:defRPr kumimoji="0" sz="2200" kern="1200">
          <a:solidFill>
            <a:schemeClr val="tx1"/>
          </a:solidFill>
          <a:latin typeface="+mn-lt"/>
          <a:ea typeface="+mn-ea"/>
          <a:cs typeface="+mn-cs"/>
        </a:defRPr>
      </a:lvl3pPr>
      <a:lvl4pPr marL="1267889" indent="-224319" algn="l" rtl="0" eaLnBrk="1" latinLnBrk="0" hangingPunct="1">
        <a:spcBef>
          <a:spcPct val="20000"/>
        </a:spcBef>
        <a:buClr>
          <a:schemeClr val="accent3"/>
        </a:buClr>
        <a:buSzPct val="65000"/>
        <a:buFont typeface="Wingdings 2"/>
        <a:buChar char=""/>
        <a:defRPr kumimoji="0" sz="2100" kern="1200">
          <a:solidFill>
            <a:schemeClr val="tx1"/>
          </a:solidFill>
          <a:latin typeface="+mn-lt"/>
          <a:ea typeface="+mn-ea"/>
          <a:cs typeface="+mn-cs"/>
        </a:defRPr>
      </a:lvl4pPr>
      <a:lvl5pPr marL="1560478" indent="-224319" algn="l" rtl="0" eaLnBrk="1" latinLnBrk="0" hangingPunct="1">
        <a:spcBef>
          <a:spcPct val="20000"/>
        </a:spcBef>
        <a:buClr>
          <a:schemeClr val="accent4"/>
        </a:buClr>
        <a:buSzPct val="65000"/>
        <a:buFont typeface="Wingdings 2"/>
        <a:buChar char=""/>
        <a:defRPr kumimoji="0" sz="2100" kern="1200">
          <a:solidFill>
            <a:schemeClr val="tx1"/>
          </a:solidFill>
          <a:latin typeface="+mn-lt"/>
          <a:ea typeface="+mn-ea"/>
          <a:cs typeface="+mn-cs"/>
        </a:defRPr>
      </a:lvl5pPr>
      <a:lvl6pPr marL="1853068" indent="-224319" algn="l" rtl="0" eaLnBrk="1" latinLnBrk="0" hangingPunct="1">
        <a:spcBef>
          <a:spcPct val="20000"/>
        </a:spcBef>
        <a:buClr>
          <a:schemeClr val="accent5"/>
        </a:buClr>
        <a:buSzPct val="80000"/>
        <a:buFont typeface="Wingdings 2"/>
        <a:buChar char=""/>
        <a:defRPr kumimoji="0" sz="1900" kern="1200">
          <a:solidFill>
            <a:schemeClr val="tx1"/>
          </a:solidFill>
          <a:latin typeface="+mn-lt"/>
          <a:ea typeface="+mn-ea"/>
          <a:cs typeface="+mn-cs"/>
        </a:defRPr>
      </a:lvl6pPr>
      <a:lvl7pPr marL="2048128" indent="-195060" algn="l" rtl="0" eaLnBrk="1" latinLnBrk="0" hangingPunct="1">
        <a:spcBef>
          <a:spcPct val="20000"/>
        </a:spcBef>
        <a:buClr>
          <a:schemeClr val="accent6"/>
        </a:buClr>
        <a:buSzPct val="80000"/>
        <a:buFont typeface="Wingdings 2"/>
        <a:buChar char=""/>
        <a:defRPr kumimoji="0" sz="1700" kern="1200" baseline="0">
          <a:solidFill>
            <a:schemeClr val="tx1"/>
          </a:solidFill>
          <a:latin typeface="+mn-lt"/>
          <a:ea typeface="+mn-ea"/>
          <a:cs typeface="+mn-cs"/>
        </a:defRPr>
      </a:lvl7pPr>
      <a:lvl8pPr marL="2340718" indent="-195060" algn="l" rtl="0" eaLnBrk="1" latinLnBrk="0" hangingPunct="1">
        <a:spcBef>
          <a:spcPct val="20000"/>
        </a:spcBef>
        <a:buClr>
          <a:schemeClr val="tx2"/>
        </a:buClr>
        <a:buChar char="•"/>
        <a:defRPr kumimoji="0" sz="1700" kern="1200">
          <a:solidFill>
            <a:schemeClr val="tx1"/>
          </a:solidFill>
          <a:latin typeface="+mn-lt"/>
          <a:ea typeface="+mn-ea"/>
          <a:cs typeface="+mn-cs"/>
        </a:defRPr>
      </a:lvl8pPr>
      <a:lvl9pPr marL="2633307" indent="-195060" algn="l" rtl="0" eaLnBrk="1" latinLnBrk="0" hangingPunct="1">
        <a:spcBef>
          <a:spcPct val="20000"/>
        </a:spcBef>
        <a:buClr>
          <a:schemeClr val="tx2"/>
        </a:buClr>
        <a:buFontTx/>
        <a:buChar char="•"/>
        <a:defRPr kumimoji="0" sz="15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87650" algn="l" rtl="0" eaLnBrk="1" latinLnBrk="0" hangingPunct="1">
        <a:defRPr kumimoji="0" kern="1200">
          <a:solidFill>
            <a:schemeClr val="tx1"/>
          </a:solidFill>
          <a:latin typeface="+mn-lt"/>
          <a:ea typeface="+mn-ea"/>
          <a:cs typeface="+mn-cs"/>
        </a:defRPr>
      </a:lvl2pPr>
      <a:lvl3pPr marL="975299" algn="l" rtl="0" eaLnBrk="1" latinLnBrk="0" hangingPunct="1">
        <a:defRPr kumimoji="0" kern="1200">
          <a:solidFill>
            <a:schemeClr val="tx1"/>
          </a:solidFill>
          <a:latin typeface="+mn-lt"/>
          <a:ea typeface="+mn-ea"/>
          <a:cs typeface="+mn-cs"/>
        </a:defRPr>
      </a:lvl3pPr>
      <a:lvl4pPr marL="1462949" algn="l" rtl="0" eaLnBrk="1" latinLnBrk="0" hangingPunct="1">
        <a:defRPr kumimoji="0" kern="1200">
          <a:solidFill>
            <a:schemeClr val="tx1"/>
          </a:solidFill>
          <a:latin typeface="+mn-lt"/>
          <a:ea typeface="+mn-ea"/>
          <a:cs typeface="+mn-cs"/>
        </a:defRPr>
      </a:lvl4pPr>
      <a:lvl5pPr marL="1950598" algn="l" rtl="0" eaLnBrk="1" latinLnBrk="0" hangingPunct="1">
        <a:defRPr kumimoji="0" kern="1200">
          <a:solidFill>
            <a:schemeClr val="tx1"/>
          </a:solidFill>
          <a:latin typeface="+mn-lt"/>
          <a:ea typeface="+mn-ea"/>
          <a:cs typeface="+mn-cs"/>
        </a:defRPr>
      </a:lvl5pPr>
      <a:lvl6pPr marL="2438248" algn="l" rtl="0" eaLnBrk="1" latinLnBrk="0" hangingPunct="1">
        <a:defRPr kumimoji="0" kern="1200">
          <a:solidFill>
            <a:schemeClr val="tx1"/>
          </a:solidFill>
          <a:latin typeface="+mn-lt"/>
          <a:ea typeface="+mn-ea"/>
          <a:cs typeface="+mn-cs"/>
        </a:defRPr>
      </a:lvl6pPr>
      <a:lvl7pPr marL="2925897" algn="l" rtl="0" eaLnBrk="1" latinLnBrk="0" hangingPunct="1">
        <a:defRPr kumimoji="0" kern="1200">
          <a:solidFill>
            <a:schemeClr val="tx1"/>
          </a:solidFill>
          <a:latin typeface="+mn-lt"/>
          <a:ea typeface="+mn-ea"/>
          <a:cs typeface="+mn-cs"/>
        </a:defRPr>
      </a:lvl7pPr>
      <a:lvl8pPr marL="3413547" algn="l" rtl="0" eaLnBrk="1" latinLnBrk="0" hangingPunct="1">
        <a:defRPr kumimoji="0" kern="1200">
          <a:solidFill>
            <a:schemeClr val="tx1"/>
          </a:solidFill>
          <a:latin typeface="+mn-lt"/>
          <a:ea typeface="+mn-ea"/>
          <a:cs typeface="+mn-cs"/>
        </a:defRPr>
      </a:lvl8pPr>
      <a:lvl9pPr marL="3901196"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3048000"/>
            <a:ext cx="9753600" cy="42672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0"/>
            <a:ext cx="9753600" cy="73152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0"/>
            <a:ext cx="9753600" cy="73152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0"/>
            <a:ext cx="9753600" cy="73152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0"/>
            <a:ext cx="9753600" cy="73152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0"/>
            <a:ext cx="9753600" cy="73152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0"/>
            <a:ext cx="9753600" cy="73152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0"/>
            <a:ext cx="9753600" cy="73152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0"/>
            <a:ext cx="9753600" cy="73152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0"/>
            <a:ext cx="9753600" cy="73152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0"/>
            <a:ext cx="9753600" cy="73152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04800" y="1143000"/>
            <a:ext cx="9220200" cy="4708981"/>
          </a:xfrm>
          <a:prstGeom prst="rect">
            <a:avLst/>
          </a:prstGeom>
          <a:noFill/>
        </p:spPr>
        <p:txBody>
          <a:bodyPr wrap="square" rtlCol="0">
            <a:spAutoFit/>
          </a:bodyPr>
          <a:lstStyle/>
          <a:p>
            <a:r>
              <a:rPr lang="en-US" sz="2000" b="1" dirty="0"/>
              <a:t>Essay on Election</a:t>
            </a:r>
          </a:p>
          <a:p>
            <a:r>
              <a:rPr lang="en-US" sz="2000" b="1" dirty="0"/>
              <a:t>Hook sentence</a:t>
            </a:r>
            <a:r>
              <a:rPr lang="en-US" sz="2000" dirty="0"/>
              <a:t>: "Did you know that in the last presidential election, nearly 100 million eligible voters did not cast a ballot?"</a:t>
            </a:r>
          </a:p>
          <a:p>
            <a:r>
              <a:rPr lang="en-US" sz="2000" b="1" dirty="0"/>
              <a:t>Transitional Sentence</a:t>
            </a:r>
            <a:r>
              <a:rPr lang="en-US" sz="2000" dirty="0"/>
              <a:t>: "This shocking statistic highlights the importance of addressing the issue of low voter turnout, which emphasizes the need for all citizens to take part in the democratic process through voting, as it is vital to fostering a just and equitable society." </a:t>
            </a:r>
          </a:p>
          <a:p>
            <a:r>
              <a:rPr lang="en-US" sz="2000" b="1" dirty="0"/>
              <a:t>Thesis statement</a:t>
            </a:r>
            <a:r>
              <a:rPr lang="en-US" sz="2000" dirty="0"/>
              <a:t>: "Therefore, it is essential for all citizens to exercise their right to vote in order to ensure a fair and democratic society."</a:t>
            </a:r>
          </a:p>
          <a:p>
            <a:endParaRPr lang="en-US" sz="2000" dirty="0"/>
          </a:p>
          <a:p>
            <a:r>
              <a:rPr lang="en-US" sz="2000" b="1" dirty="0"/>
              <a:t>Essay on Social Media</a:t>
            </a:r>
          </a:p>
          <a:p>
            <a:r>
              <a:rPr lang="en-US" sz="2000" b="1" dirty="0"/>
              <a:t>Hook sentence</a:t>
            </a:r>
            <a:r>
              <a:rPr lang="en-US" sz="2000" dirty="0"/>
              <a:t>: "Is social media helping us stay connected or driving us apart?"</a:t>
            </a:r>
          </a:p>
          <a:p>
            <a:r>
              <a:rPr lang="en-US" sz="2000" b="1" dirty="0"/>
              <a:t>Thesis statement</a:t>
            </a:r>
            <a:r>
              <a:rPr lang="en-US" sz="2000" dirty="0"/>
              <a:t>: "While social media has the potential to bring people together, the negative impact of its overuse on mental health and relationships cannot be ignored."</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66700" y="779437"/>
            <a:ext cx="9220200" cy="6555641"/>
          </a:xfrm>
          <a:prstGeom prst="rect">
            <a:avLst/>
          </a:prstGeom>
          <a:noFill/>
        </p:spPr>
        <p:txBody>
          <a:bodyPr wrap="square" rtlCol="0">
            <a:spAutoFit/>
          </a:bodyPr>
          <a:lstStyle/>
          <a:p>
            <a:r>
              <a:rPr lang="en-US" sz="2000" b="1" dirty="0"/>
              <a:t>Essay on The Best Town I Have Visited</a:t>
            </a:r>
          </a:p>
          <a:p>
            <a:r>
              <a:rPr lang="en-US" sz="2000" b="1" dirty="0"/>
              <a:t>Hook sentence: </a:t>
            </a:r>
            <a:r>
              <a:rPr lang="en-US" sz="2000" dirty="0"/>
              <a:t>"As I stepped off the train, the scent of freshly-baked bread and coffee wafted through the air."</a:t>
            </a:r>
          </a:p>
          <a:p>
            <a:r>
              <a:rPr lang="en-US" sz="2000" b="1" dirty="0"/>
              <a:t>Transitional Sentence: </a:t>
            </a:r>
            <a:r>
              <a:rPr lang="en-US" sz="2000" dirty="0"/>
              <a:t>"The warm and inviting aroma that greeted me upon my arrival in this small European town was just a taste of the many delightful experiences to come, as its charming cafes and quaint streets offer a peaceful retreat for travelers seeking a relaxing getaway".</a:t>
            </a:r>
            <a:r>
              <a:rPr lang="en-US" sz="2000" b="1" dirty="0"/>
              <a:t> </a:t>
            </a:r>
          </a:p>
          <a:p>
            <a:r>
              <a:rPr lang="en-US" sz="2000" b="1" dirty="0"/>
              <a:t>Thesis Statement: </a:t>
            </a:r>
            <a:r>
              <a:rPr lang="en-US" sz="2000" dirty="0"/>
              <a:t>"Therefore, this town is the perfect destination for those looking to escape the hustle and bustle of everyday life and immerse themselves in a tranquil atmosphere".</a:t>
            </a:r>
          </a:p>
          <a:p>
            <a:endParaRPr lang="en-US" sz="2000" b="1" dirty="0"/>
          </a:p>
          <a:p>
            <a:r>
              <a:rPr lang="en-US" sz="2000" b="1" dirty="0"/>
              <a:t>Essay on Regular Exercise</a:t>
            </a:r>
          </a:p>
          <a:p>
            <a:r>
              <a:rPr lang="en-US" sz="2000" b="1" dirty="0"/>
              <a:t>Hook sentence: </a:t>
            </a:r>
            <a:r>
              <a:rPr lang="en-US" sz="2000" dirty="0"/>
              <a:t>"Did you know that regular exercise can reduce your risk of chronic diseases such as heart disease and diabetes?"</a:t>
            </a:r>
          </a:p>
          <a:p>
            <a:r>
              <a:rPr lang="en-US" sz="2000" b="1" dirty="0"/>
              <a:t>Transitional Sentence: </a:t>
            </a:r>
            <a:r>
              <a:rPr lang="en-US" sz="2000" dirty="0"/>
              <a:t>"The significant impact that regular exercise can have on reducing the risk of chronic diseases highlights the importance of prioritizing physical activity in our daily lives, as it is a key component in achieving optimal health and well-being."</a:t>
            </a:r>
            <a:r>
              <a:rPr lang="en-US" sz="2000" b="1" dirty="0"/>
              <a:t> </a:t>
            </a:r>
          </a:p>
          <a:p>
            <a:r>
              <a:rPr lang="en-US" sz="2000" b="1" dirty="0"/>
              <a:t>Thesis Statement: </a:t>
            </a:r>
            <a:r>
              <a:rPr lang="en-US" sz="2000" dirty="0"/>
              <a:t>"By incorporating regular exercise into their daily routine, individuals can improve their overall health and well-being, leading to a more fulfilling and active lifestyle."</a:t>
            </a:r>
          </a:p>
        </p:txBody>
      </p:sp>
    </p:spTree>
    <p:extLst>
      <p:ext uri="{BB962C8B-B14F-4D97-AF65-F5344CB8AC3E}">
        <p14:creationId xmlns:p14="http://schemas.microsoft.com/office/powerpoint/2010/main" val="172550104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0"/>
            <a:ext cx="9753600" cy="73152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0"/>
            <a:ext cx="8102600" cy="607060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81000" y="914400"/>
            <a:ext cx="8991600" cy="5078313"/>
          </a:xfrm>
          <a:prstGeom prst="rect">
            <a:avLst/>
          </a:prstGeom>
          <a:noFill/>
        </p:spPr>
        <p:txBody>
          <a:bodyPr wrap="square" rtlCol="0">
            <a:spAutoFit/>
          </a:bodyPr>
          <a:lstStyle/>
          <a:p>
            <a:r>
              <a:rPr lang="en-US" dirty="0"/>
              <a:t>Example of an Essay (Balanced Diet)</a:t>
            </a:r>
          </a:p>
          <a:p>
            <a:endParaRPr lang="en-US" dirty="0"/>
          </a:p>
          <a:p>
            <a:r>
              <a:rPr lang="en-US" dirty="0"/>
              <a:t>Are you someone who finds yourself constantly reaching for junk food and other unhealthy options just for the taste, without considering the impact on your body? The reality is that many people prioritize taste over health and neglect to nourish their bodies with the proper nutrients, resulting in negative consequences on their overall well-being. It is crucial for individuals to recognize the importance of a balanced diet, not only to reduce stress and promote a healthy lifestyle, but also to ensure optimal physical and mental health.</a:t>
            </a:r>
          </a:p>
          <a:p>
            <a:endParaRPr lang="en-US" dirty="0"/>
          </a:p>
          <a:p>
            <a:r>
              <a:rPr lang="en-US" dirty="0"/>
              <a:t>A diet that contains all kinds of necessary ingredients in almost the required quantity is called the “Balanced Diet”. A Balanced diet is one that helps to maintain or improve overall health. We should consume a balanced diet consisting of essential nutrition: liquids, adequate proteins, essential fatty acids, vitamins, minerals, and calories. We must eat fresh fruits, salad, green leafy vegetables, milk, egg, yogurt, etc. on time in order to maintain a healthy body.</a:t>
            </a:r>
          </a:p>
          <a:p>
            <a:endParaRPr lang="en-US" dirty="0"/>
          </a:p>
          <a:p>
            <a:endParaRPr 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81000" y="914400"/>
            <a:ext cx="8991600" cy="5632311"/>
          </a:xfrm>
          <a:prstGeom prst="rect">
            <a:avLst/>
          </a:prstGeom>
          <a:noFill/>
        </p:spPr>
        <p:txBody>
          <a:bodyPr wrap="square" rtlCol="0">
            <a:spAutoFit/>
          </a:bodyPr>
          <a:lstStyle/>
          <a:p>
            <a:r>
              <a:rPr lang="en-US" dirty="0"/>
              <a:t>Among the minerals, we require chiefly iron, calcium, sodium, potassium, and small quantities of iodine, copper, etc. They are found in green vegetables and most fruits, Vitamins have a number of kinds like A, B, C, D, etc. Vitamin A is found in fish oil, butter, carrot, papaya, etc., and Vitamin B is found in green leafy vegetables, wheat grain, etc. Vitamin C is found in green </a:t>
            </a:r>
            <a:r>
              <a:rPr lang="en-US" dirty="0" err="1"/>
              <a:t>chilli</a:t>
            </a:r>
            <a:r>
              <a:rPr lang="en-US" dirty="0"/>
              <a:t>, green vegetables, </a:t>
            </a:r>
            <a:r>
              <a:rPr lang="en-US" dirty="0" err="1"/>
              <a:t>amla</a:t>
            </a:r>
            <a:r>
              <a:rPr lang="en-US" dirty="0"/>
              <a:t>, lemon, and citric fruits. Vitamin D is found in the first oil, butter, and rays of the sun. We also need Vitamins E and K for our health. Milk is perhaps the only single item that can be called a balanced diet in itself.</a:t>
            </a:r>
          </a:p>
          <a:p>
            <a:endParaRPr lang="en-US" dirty="0"/>
          </a:p>
          <a:p>
            <a:r>
              <a:rPr lang="en-US" dirty="0"/>
              <a:t>Animal protein is found in meats, poultry, and fish. The white of an egg also contains protein. Another kind of protein is found in milk (casein), cheese, curd, pulses, soybean, dry fruits, etc. Fat is found in butter, coconut, all edible oils, cod liver oil, the yolk of an egg, etc.</a:t>
            </a:r>
          </a:p>
          <a:p>
            <a:endParaRPr lang="en-US" dirty="0"/>
          </a:p>
          <a:p>
            <a:r>
              <a:rPr lang="en-US" dirty="0"/>
              <a:t>We should eat only fresh, well-washed and well-cooked food articles which are free from dust and flies. Fried foods and foods containing excess fat, spices, and </a:t>
            </a:r>
            <a:r>
              <a:rPr lang="en-US" dirty="0" err="1"/>
              <a:t>chillis</a:t>
            </a:r>
            <a:r>
              <a:rPr lang="en-US" dirty="0"/>
              <a:t> are harmful. Roadside eating should be avoided. We should take the last meal two or three hours before going to bed. There should be a good time gap between two meals so that the food gets digested in our stomachs.</a:t>
            </a:r>
          </a:p>
          <a:p>
            <a:endParaRPr lang="en-US" dirty="0"/>
          </a:p>
        </p:txBody>
      </p:sp>
    </p:spTree>
    <p:extLst>
      <p:ext uri="{BB962C8B-B14F-4D97-AF65-F5344CB8AC3E}">
        <p14:creationId xmlns:p14="http://schemas.microsoft.com/office/powerpoint/2010/main" val="331124012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81000" y="914400"/>
            <a:ext cx="8991600" cy="2862322"/>
          </a:xfrm>
          <a:prstGeom prst="rect">
            <a:avLst/>
          </a:prstGeom>
          <a:noFill/>
        </p:spPr>
        <p:txBody>
          <a:bodyPr wrap="square" rtlCol="0">
            <a:spAutoFit/>
          </a:bodyPr>
          <a:lstStyle/>
          <a:p>
            <a:r>
              <a:rPr lang="en-US" dirty="0"/>
              <a:t>A healthy body also needs some daily physical activities, proper rest and sleep neatness, a healthy environment, fresh air, and water, personal hygiene, etc. Also, we should drink more water at least 7-8 glasses of water. It balances blood pressure and supplies vital nutrients exceptionally quickly to the body. A fit and healthy individual turns out to be more resistant to infections and diseases.</a:t>
            </a:r>
          </a:p>
          <a:p>
            <a:endParaRPr lang="en-US" dirty="0"/>
          </a:p>
          <a:p>
            <a:r>
              <a:rPr lang="en-US" dirty="0"/>
              <a:t>Wealth matters, but, is not as important as health. Spending lots of money on junk food in five-star hotels or on other entertainment sources like watching films for a day and so on has no advantages other than self-satisfaction. Being physically and mentally healthy helps an individual to be socially and financially healthy as well.</a:t>
            </a: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Flow">
  <a:themeElements>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Flow">
      <a:majorFont>
        <a:latin typeface="Calibri"/>
        <a:ea typeface=""/>
        <a:cs typeface=""/>
        <a:font script="Jpan" typeface="ＭＳ Ｐゴシック"/>
        <a:font script="Hang" typeface="HY중고딕"/>
        <a:font script="Hans" typeface="隶书"/>
        <a:font script="Hant" typeface="微軟正黑體"/>
        <a:font script="Arab" typeface="Traditional Arabic"/>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nstantia"/>
        <a:ea typeface=""/>
        <a:cs typeface=""/>
        <a:font script="Jpan" typeface="HGP明朝E"/>
        <a:font script="Hang" typeface="HY신명조"/>
        <a:font script="Hans" typeface="宋体"/>
        <a:font script="Hant" typeface="新細明體"/>
        <a:font script="Arab" typeface="Majalla UI"/>
        <a:font script="Hebr" typeface="David"/>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Flow">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scene3d>
            <a:camera prst="orthographicFront" fov="0">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Flow</Template>
  <TotalTime>324</TotalTime>
  <Words>989</Words>
  <Application>Microsoft Office PowerPoint</Application>
  <PresentationFormat>Custom</PresentationFormat>
  <Paragraphs>30</Paragraphs>
  <Slides>18</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18</vt:i4>
      </vt:variant>
    </vt:vector>
  </HeadingPairs>
  <TitlesOfParts>
    <vt:vector size="22" baseType="lpstr">
      <vt:lpstr>Calibri</vt:lpstr>
      <vt:lpstr>Constantia</vt:lpstr>
      <vt:lpstr>Wingdings 2</vt:lpstr>
      <vt:lpstr>Flow</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cp:lastModifiedBy>Hassan Imtiaz</cp:lastModifiedBy>
  <cp:revision>10</cp:revision>
  <dcterms:created xsi:type="dcterms:W3CDTF">2023-02-18T13:32:05Z</dcterms:created>
  <dcterms:modified xsi:type="dcterms:W3CDTF">2023-02-21T06:01:47Z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2023-02-18T00:00:00Z</vt:filetime>
  </property>
  <property fmtid="{D5CDD505-2E9C-101B-9397-08002B2CF9AE}" pid="3" name="LastSaved">
    <vt:filetime>2023-02-18T00:00:00Z</vt:filetime>
  </property>
</Properties>
</file>